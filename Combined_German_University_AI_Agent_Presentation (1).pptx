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AB702-D7F3-9A35-DBE7-A50AFF782D7A}" v="9" dt="2025-07-15T15:19:40.654"/>
    <p1510:client id="{C8A97293-F9C6-16D9-BF01-0E0F8932D844}" v="28" dt="2025-07-15T05:35:59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al Ghosh" userId="S::debal.ghosh@iestey.com::229aea79-82fe-4d10-9286-f32adbe1c397" providerId="AD" clId="Web-{7A6AB702-D7F3-9A35-DBE7-A50AFF782D7A}"/>
    <pc:docChg chg="modSld">
      <pc:chgData name="Debal Ghosh" userId="S::debal.ghosh@iestey.com::229aea79-82fe-4d10-9286-f32adbe1c397" providerId="AD" clId="Web-{7A6AB702-D7F3-9A35-DBE7-A50AFF782D7A}" dt="2025-07-15T15:19:40.654" v="8" actId="1076"/>
      <pc:docMkLst>
        <pc:docMk/>
      </pc:docMkLst>
      <pc:sldChg chg="addSp modSp addAnim">
        <pc:chgData name="Debal Ghosh" userId="S::debal.ghosh@iestey.com::229aea79-82fe-4d10-9286-f32adbe1c397" providerId="AD" clId="Web-{7A6AB702-D7F3-9A35-DBE7-A50AFF782D7A}" dt="2025-07-15T15:10:46.287" v="3" actId="1076"/>
        <pc:sldMkLst>
          <pc:docMk/>
          <pc:sldMk cId="0" sldId="262"/>
        </pc:sldMkLst>
        <pc:picChg chg="add mod">
          <ac:chgData name="Debal Ghosh" userId="S::debal.ghosh@iestey.com::229aea79-82fe-4d10-9286-f32adbe1c397" providerId="AD" clId="Web-{7A6AB702-D7F3-9A35-DBE7-A50AFF782D7A}" dt="2025-07-15T15:10:46.287" v="3" actId="1076"/>
          <ac:picMkLst>
            <pc:docMk/>
            <pc:sldMk cId="0" sldId="262"/>
            <ac:picMk id="4" creationId="{CE351879-2DA4-F4B9-749B-3C7BD75867DF}"/>
          </ac:picMkLst>
        </pc:picChg>
      </pc:sldChg>
      <pc:sldChg chg="addSp modSp addAnim">
        <pc:chgData name="Debal Ghosh" userId="S::debal.ghosh@iestey.com::229aea79-82fe-4d10-9286-f32adbe1c397" providerId="AD" clId="Web-{7A6AB702-D7F3-9A35-DBE7-A50AFF782D7A}" dt="2025-07-15T15:19:40.654" v="8" actId="1076"/>
        <pc:sldMkLst>
          <pc:docMk/>
          <pc:sldMk cId="0" sldId="263"/>
        </pc:sldMkLst>
        <pc:picChg chg="add mod">
          <ac:chgData name="Debal Ghosh" userId="S::debal.ghosh@iestey.com::229aea79-82fe-4d10-9286-f32adbe1c397" providerId="AD" clId="Web-{7A6AB702-D7F3-9A35-DBE7-A50AFF782D7A}" dt="2025-07-15T15:19:40.654" v="8" actId="1076"/>
          <ac:picMkLst>
            <pc:docMk/>
            <pc:sldMk cId="0" sldId="263"/>
            <ac:picMk id="4" creationId="{C1726F0F-7B15-A093-84CA-9F457497FF29}"/>
          </ac:picMkLst>
        </pc:picChg>
      </pc:sldChg>
    </pc:docChg>
  </pc:docChgLst>
  <pc:docChgLst>
    <pc:chgData name="Debal Ghosh" userId="S::debal.ghosh@iestey.com::229aea79-82fe-4d10-9286-f32adbe1c397" providerId="AD" clId="Web-{C8A97293-F9C6-16D9-BF01-0E0F8932D844}"/>
    <pc:docChg chg="modSld">
      <pc:chgData name="Debal Ghosh" userId="S::debal.ghosh@iestey.com::229aea79-82fe-4d10-9286-f32adbe1c397" providerId="AD" clId="Web-{C8A97293-F9C6-16D9-BF01-0E0F8932D844}" dt="2025-07-15T05:35:59.610" v="41" actId="1076"/>
      <pc:docMkLst>
        <pc:docMk/>
      </pc:docMkLst>
      <pc:sldChg chg="addSp modSp mod setBg addAnim">
        <pc:chgData name="Debal Ghosh" userId="S::debal.ghosh@iestey.com::229aea79-82fe-4d10-9286-f32adbe1c397" providerId="AD" clId="Web-{C8A97293-F9C6-16D9-BF01-0E0F8932D844}" dt="2025-07-15T03:41:07.418" v="20" actId="1076"/>
        <pc:sldMkLst>
          <pc:docMk/>
          <pc:sldMk cId="0" sldId="256"/>
        </pc:sldMkLst>
        <pc:spChg chg="mod">
          <ac:chgData name="Debal Ghosh" userId="S::debal.ghosh@iestey.com::229aea79-82fe-4d10-9286-f32adbe1c397" providerId="AD" clId="Web-{C8A97293-F9C6-16D9-BF01-0E0F8932D844}" dt="2025-07-15T03:19:01.308" v="1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Debal Ghosh" userId="S::debal.ghosh@iestey.com::229aea79-82fe-4d10-9286-f32adbe1c397" providerId="AD" clId="Web-{C8A97293-F9C6-16D9-BF01-0E0F8932D844}" dt="2025-07-15T03:19:01.308" v="1"/>
          <ac:spMkLst>
            <pc:docMk/>
            <pc:sldMk cId="0" sldId="256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19:01.308" v="1"/>
          <ac:spMkLst>
            <pc:docMk/>
            <pc:sldMk cId="0" sldId="256"/>
            <ac:spMk id="9" creationId="{B210AC1D-4063-4C6E-9528-FA9C4C0C18E6}"/>
          </ac:spMkLst>
        </pc:spChg>
        <pc:spChg chg="add">
          <ac:chgData name="Debal Ghosh" userId="S::debal.ghosh@iestey.com::229aea79-82fe-4d10-9286-f32adbe1c397" providerId="AD" clId="Web-{C8A97293-F9C6-16D9-BF01-0E0F8932D844}" dt="2025-07-15T03:19:01.308" v="1"/>
          <ac:spMkLst>
            <pc:docMk/>
            <pc:sldMk cId="0" sldId="256"/>
            <ac:spMk id="11" creationId="{02F8C595-E68C-4306-AED8-DC7826A0A506}"/>
          </ac:spMkLst>
        </pc:spChg>
        <pc:picChg chg="add mod">
          <ac:chgData name="Debal Ghosh" userId="S::debal.ghosh@iestey.com::229aea79-82fe-4d10-9286-f32adbe1c397" providerId="AD" clId="Web-{C8A97293-F9C6-16D9-BF01-0E0F8932D844}" dt="2025-07-15T03:19:01.308" v="1"/>
          <ac:picMkLst>
            <pc:docMk/>
            <pc:sldMk cId="0" sldId="256"/>
            <ac:picMk id="4" creationId="{E5AD81BE-D76A-C591-70F6-FF9C6E5777CE}"/>
          </ac:picMkLst>
        </pc:picChg>
        <pc:picChg chg="add mod">
          <ac:chgData name="Debal Ghosh" userId="S::debal.ghosh@iestey.com::229aea79-82fe-4d10-9286-f32adbe1c397" providerId="AD" clId="Web-{C8A97293-F9C6-16D9-BF01-0E0F8932D844}" dt="2025-07-15T03:41:07.418" v="20" actId="1076"/>
          <ac:picMkLst>
            <pc:docMk/>
            <pc:sldMk cId="0" sldId="256"/>
            <ac:picMk id="5" creationId="{11A25E66-70DB-B588-580B-351AEA4866B0}"/>
          </ac:picMkLst>
        </pc:picChg>
      </pc:sldChg>
      <pc:sldChg chg="addSp delSp modSp mod setBg addAnim">
        <pc:chgData name="Debal Ghosh" userId="S::debal.ghosh@iestey.com::229aea79-82fe-4d10-9286-f32adbe1c397" providerId="AD" clId="Web-{C8A97293-F9C6-16D9-BF01-0E0F8932D844}" dt="2025-07-15T03:49:23.456" v="25" actId="1076"/>
        <pc:sldMkLst>
          <pc:docMk/>
          <pc:sldMk cId="0" sldId="257"/>
        </pc:sldMkLst>
        <pc:spChg chg="mod">
          <ac:chgData name="Debal Ghosh" userId="S::debal.ghosh@iestey.com::229aea79-82fe-4d10-9286-f32adbe1c397" providerId="AD" clId="Web-{C8A97293-F9C6-16D9-BF01-0E0F8932D844}" dt="2025-07-15T03:19:25.089" v="2"/>
          <ac:spMkLst>
            <pc:docMk/>
            <pc:sldMk cId="0" sldId="257"/>
            <ac:spMk id="2" creationId="{00000000-0000-0000-0000-000000000000}"/>
          </ac:spMkLst>
        </pc:spChg>
        <pc:spChg chg="del">
          <ac:chgData name="Debal Ghosh" userId="S::debal.ghosh@iestey.com::229aea79-82fe-4d10-9286-f32adbe1c397" providerId="AD" clId="Web-{C8A97293-F9C6-16D9-BF01-0E0F8932D844}" dt="2025-07-15T03:19:25.089" v="2"/>
          <ac:spMkLst>
            <pc:docMk/>
            <pc:sldMk cId="0" sldId="257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19:25.089" v="2"/>
          <ac:spMkLst>
            <pc:docMk/>
            <pc:sldMk cId="0" sldId="257"/>
            <ac:spMk id="9" creationId="{BACC6370-2D7E-4714-9D71-7542949D7D5D}"/>
          </ac:spMkLst>
        </pc:spChg>
        <pc:spChg chg="add">
          <ac:chgData name="Debal Ghosh" userId="S::debal.ghosh@iestey.com::229aea79-82fe-4d10-9286-f32adbe1c397" providerId="AD" clId="Web-{C8A97293-F9C6-16D9-BF01-0E0F8932D844}" dt="2025-07-15T03:19:25.089" v="2"/>
          <ac:spMkLst>
            <pc:docMk/>
            <pc:sldMk cId="0" sldId="257"/>
            <ac:spMk id="11" creationId="{256B2C21-A230-48C0-8DF1-C46611373C44}"/>
          </ac:spMkLst>
        </pc:spChg>
        <pc:spChg chg="add">
          <ac:chgData name="Debal Ghosh" userId="S::debal.ghosh@iestey.com::229aea79-82fe-4d10-9286-f32adbe1c397" providerId="AD" clId="Web-{C8A97293-F9C6-16D9-BF01-0E0F8932D844}" dt="2025-07-15T03:19:25.089" v="2"/>
          <ac:spMkLst>
            <pc:docMk/>
            <pc:sldMk cId="0" sldId="257"/>
            <ac:spMk id="13" creationId="{3847E18C-932D-4C95-AABA-FEC7C9499AD7}"/>
          </ac:spMkLst>
        </pc:spChg>
        <pc:spChg chg="add">
          <ac:chgData name="Debal Ghosh" userId="S::debal.ghosh@iestey.com::229aea79-82fe-4d10-9286-f32adbe1c397" providerId="AD" clId="Web-{C8A97293-F9C6-16D9-BF01-0E0F8932D844}" dt="2025-07-15T03:19:25.089" v="2"/>
          <ac:spMkLst>
            <pc:docMk/>
            <pc:sldMk cId="0" sldId="257"/>
            <ac:spMk id="15" creationId="{3150CB11-0C61-439E-910F-5787759E72A0}"/>
          </ac:spMkLst>
        </pc:spChg>
        <pc:spChg chg="add">
          <ac:chgData name="Debal Ghosh" userId="S::debal.ghosh@iestey.com::229aea79-82fe-4d10-9286-f32adbe1c397" providerId="AD" clId="Web-{C8A97293-F9C6-16D9-BF01-0E0F8932D844}" dt="2025-07-15T03:19:25.089" v="2"/>
          <ac:spMkLst>
            <pc:docMk/>
            <pc:sldMk cId="0" sldId="257"/>
            <ac:spMk id="17" creationId="{43F8A58B-5155-44CE-A5FF-7647B47D0A7A}"/>
          </ac:spMkLst>
        </pc:spChg>
        <pc:spChg chg="add">
          <ac:chgData name="Debal Ghosh" userId="S::debal.ghosh@iestey.com::229aea79-82fe-4d10-9286-f32adbe1c397" providerId="AD" clId="Web-{C8A97293-F9C6-16D9-BF01-0E0F8932D844}" dt="2025-07-15T03:19:25.089" v="2"/>
          <ac:spMkLst>
            <pc:docMk/>
            <pc:sldMk cId="0" sldId="257"/>
            <ac:spMk id="19" creationId="{443F2ACA-E6D6-4028-82DD-F03C262D5DE6}"/>
          </ac:spMkLst>
        </pc:spChg>
        <pc:graphicFrameChg chg="add mod">
          <ac:chgData name="Debal Ghosh" userId="S::debal.ghosh@iestey.com::229aea79-82fe-4d10-9286-f32adbe1c397" providerId="AD" clId="Web-{C8A97293-F9C6-16D9-BF01-0E0F8932D844}" dt="2025-07-15T03:44:02.327" v="21" actId="1076"/>
          <ac:graphicFrameMkLst>
            <pc:docMk/>
            <pc:sldMk cId="0" sldId="257"/>
            <ac:graphicFrameMk id="5" creationId="{F8E858A0-7202-0612-5E7E-7D94B2C2F552}"/>
          </ac:graphicFrameMkLst>
        </pc:graphicFrameChg>
        <pc:picChg chg="add mod">
          <ac:chgData name="Debal Ghosh" userId="S::debal.ghosh@iestey.com::229aea79-82fe-4d10-9286-f32adbe1c397" providerId="AD" clId="Web-{C8A97293-F9C6-16D9-BF01-0E0F8932D844}" dt="2025-07-15T03:49:23.456" v="25" actId="1076"/>
          <ac:picMkLst>
            <pc:docMk/>
            <pc:sldMk cId="0" sldId="257"/>
            <ac:picMk id="14" creationId="{F6882395-1348-CEF3-D973-3C4B93A54515}"/>
          </ac:picMkLst>
        </pc:picChg>
      </pc:sldChg>
      <pc:sldChg chg="addSp modSp mod setBg addAnim">
        <pc:chgData name="Debal Ghosh" userId="S::debal.ghosh@iestey.com::229aea79-82fe-4d10-9286-f32adbe1c397" providerId="AD" clId="Web-{C8A97293-F9C6-16D9-BF01-0E0F8932D844}" dt="2025-07-15T03:58:07.993" v="29" actId="1076"/>
        <pc:sldMkLst>
          <pc:docMk/>
          <pc:sldMk cId="0" sldId="258"/>
        </pc:sldMkLst>
        <pc:spChg chg="mod">
          <ac:chgData name="Debal Ghosh" userId="S::debal.ghosh@iestey.com::229aea79-82fe-4d10-9286-f32adbe1c397" providerId="AD" clId="Web-{C8A97293-F9C6-16D9-BF01-0E0F8932D844}" dt="2025-07-15T03:20:44.434" v="3"/>
          <ac:spMkLst>
            <pc:docMk/>
            <pc:sldMk cId="0" sldId="258"/>
            <ac:spMk id="2" creationId="{00000000-0000-0000-0000-000000000000}"/>
          </ac:spMkLst>
        </pc:spChg>
        <pc:spChg chg="mod">
          <ac:chgData name="Debal Ghosh" userId="S::debal.ghosh@iestey.com::229aea79-82fe-4d10-9286-f32adbe1c397" providerId="AD" clId="Web-{C8A97293-F9C6-16D9-BF01-0E0F8932D844}" dt="2025-07-15T03:20:44.434" v="3"/>
          <ac:spMkLst>
            <pc:docMk/>
            <pc:sldMk cId="0" sldId="258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0:44.434" v="3"/>
          <ac:spMkLst>
            <pc:docMk/>
            <pc:sldMk cId="0" sldId="258"/>
            <ac:spMk id="8" creationId="{907EF6B7-1338-4443-8C46-6A318D952DFD}"/>
          </ac:spMkLst>
        </pc:spChg>
        <pc:spChg chg="add">
          <ac:chgData name="Debal Ghosh" userId="S::debal.ghosh@iestey.com::229aea79-82fe-4d10-9286-f32adbe1c397" providerId="AD" clId="Web-{C8A97293-F9C6-16D9-BF01-0E0F8932D844}" dt="2025-07-15T03:20:44.434" v="3"/>
          <ac:spMkLst>
            <pc:docMk/>
            <pc:sldMk cId="0" sldId="258"/>
            <ac:spMk id="10" creationId="{DAAE4CDD-124C-4DCF-9584-B6033B545DD5}"/>
          </ac:spMkLst>
        </pc:spChg>
        <pc:spChg chg="add">
          <ac:chgData name="Debal Ghosh" userId="S::debal.ghosh@iestey.com::229aea79-82fe-4d10-9286-f32adbe1c397" providerId="AD" clId="Web-{C8A97293-F9C6-16D9-BF01-0E0F8932D844}" dt="2025-07-15T03:20:44.434" v="3"/>
          <ac:spMkLst>
            <pc:docMk/>
            <pc:sldMk cId="0" sldId="258"/>
            <ac:spMk id="12" creationId="{081E4A58-353D-44AE-B2FC-2A74E2E400F7}"/>
          </ac:spMkLst>
        </pc:spChg>
        <pc:picChg chg="add mod">
          <ac:chgData name="Debal Ghosh" userId="S::debal.ghosh@iestey.com::229aea79-82fe-4d10-9286-f32adbe1c397" providerId="AD" clId="Web-{C8A97293-F9C6-16D9-BF01-0E0F8932D844}" dt="2025-07-15T03:58:07.993" v="29" actId="1076"/>
          <ac:picMkLst>
            <pc:docMk/>
            <pc:sldMk cId="0" sldId="258"/>
            <ac:picMk id="4" creationId="{E68BC0F1-2097-098E-CD1D-3271CC140759}"/>
          </ac:picMkLst>
        </pc:picChg>
      </pc:sldChg>
      <pc:sldChg chg="addSp delSp modSp mod setBg addAnim">
        <pc:chgData name="Debal Ghosh" userId="S::debal.ghosh@iestey.com::229aea79-82fe-4d10-9286-f32adbe1c397" providerId="AD" clId="Web-{C8A97293-F9C6-16D9-BF01-0E0F8932D844}" dt="2025-07-15T04:50:19.392" v="33" actId="1076"/>
        <pc:sldMkLst>
          <pc:docMk/>
          <pc:sldMk cId="0" sldId="259"/>
        </pc:sldMkLst>
        <pc:spChg chg="mod">
          <ac:chgData name="Debal Ghosh" userId="S::debal.ghosh@iestey.com::229aea79-82fe-4d10-9286-f32adbe1c397" providerId="AD" clId="Web-{C8A97293-F9C6-16D9-BF01-0E0F8932D844}" dt="2025-07-15T03:21:58.623" v="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Debal Ghosh" userId="S::debal.ghosh@iestey.com::229aea79-82fe-4d10-9286-f32adbe1c397" providerId="AD" clId="Web-{C8A97293-F9C6-16D9-BF01-0E0F8932D844}" dt="2025-07-15T03:21:58.623" v="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Debal Ghosh" userId="S::debal.ghosh@iestey.com::229aea79-82fe-4d10-9286-f32adbe1c397" providerId="AD" clId="Web-{C8A97293-F9C6-16D9-BF01-0E0F8932D844}" dt="2025-07-15T03:21:58.576" v="5"/>
          <ac:spMkLst>
            <pc:docMk/>
            <pc:sldMk cId="0" sldId="259"/>
            <ac:spMk id="9" creationId="{C0763A76-9F1C-4FC5-82B7-DD475DA461B2}"/>
          </ac:spMkLst>
        </pc:spChg>
        <pc:spChg chg="add">
          <ac:chgData name="Debal Ghosh" userId="S::debal.ghosh@iestey.com::229aea79-82fe-4d10-9286-f32adbe1c397" providerId="AD" clId="Web-{C8A97293-F9C6-16D9-BF01-0E0F8932D844}" dt="2025-07-15T03:21:58.623" v="6"/>
          <ac:spMkLst>
            <pc:docMk/>
            <pc:sldMk cId="0" sldId="259"/>
            <ac:spMk id="10" creationId="{B50AB553-2A96-4A92-96F2-93548E096954}"/>
          </ac:spMkLst>
        </pc:spChg>
        <pc:spChg chg="add del">
          <ac:chgData name="Debal Ghosh" userId="S::debal.ghosh@iestey.com::229aea79-82fe-4d10-9286-f32adbe1c397" providerId="AD" clId="Web-{C8A97293-F9C6-16D9-BF01-0E0F8932D844}" dt="2025-07-15T03:21:58.576" v="5"/>
          <ac:spMkLst>
            <pc:docMk/>
            <pc:sldMk cId="0" sldId="259"/>
            <ac:spMk id="11" creationId="{E81BF4F6-F2CF-4984-9D14-D6966D92F99F}"/>
          </ac:spMkLst>
        </pc:spChg>
        <pc:graphicFrameChg chg="add">
          <ac:chgData name="Debal Ghosh" userId="S::debal.ghosh@iestey.com::229aea79-82fe-4d10-9286-f32adbe1c397" providerId="AD" clId="Web-{C8A97293-F9C6-16D9-BF01-0E0F8932D844}" dt="2025-07-15T03:21:58.623" v="6"/>
          <ac:graphicFrameMkLst>
            <pc:docMk/>
            <pc:sldMk cId="0" sldId="259"/>
            <ac:graphicFrameMk id="13" creationId="{CBAB9469-2769-2607-9D0F-FA82D4A8952D}"/>
          </ac:graphicFrameMkLst>
        </pc:graphicFrameChg>
        <pc:picChg chg="add mod">
          <ac:chgData name="Debal Ghosh" userId="S::debal.ghosh@iestey.com::229aea79-82fe-4d10-9286-f32adbe1c397" providerId="AD" clId="Web-{C8A97293-F9C6-16D9-BF01-0E0F8932D844}" dt="2025-07-15T04:50:19.392" v="33" actId="1076"/>
          <ac:picMkLst>
            <pc:docMk/>
            <pc:sldMk cId="0" sldId="259"/>
            <ac:picMk id="3" creationId="{A5DA7C55-4A06-671A-CB06-5AD321E6F018}"/>
          </ac:picMkLst>
        </pc:picChg>
        <pc:picChg chg="add del">
          <ac:chgData name="Debal Ghosh" userId="S::debal.ghosh@iestey.com::229aea79-82fe-4d10-9286-f32adbe1c397" providerId="AD" clId="Web-{C8A97293-F9C6-16D9-BF01-0E0F8932D844}" dt="2025-07-15T03:21:58.576" v="5"/>
          <ac:picMkLst>
            <pc:docMk/>
            <pc:sldMk cId="0" sldId="259"/>
            <ac:picMk id="5" creationId="{2471AA9D-C59D-5011-F0AE-EBDB87D458B3}"/>
          </ac:picMkLst>
        </pc:picChg>
        <pc:picChg chg="add">
          <ac:chgData name="Debal Ghosh" userId="S::debal.ghosh@iestey.com::229aea79-82fe-4d10-9286-f32adbe1c397" providerId="AD" clId="Web-{C8A97293-F9C6-16D9-BF01-0E0F8932D844}" dt="2025-07-15T03:21:58.623" v="6"/>
          <ac:picMkLst>
            <pc:docMk/>
            <pc:sldMk cId="0" sldId="259"/>
            <ac:picMk id="6" creationId="{DBDEF83A-E6ED-A3F3-B3FD-568B90437CE5}"/>
          </ac:picMkLst>
        </pc:picChg>
      </pc:sldChg>
      <pc:sldChg chg="addSp delSp modSp mod setBg addAnim">
        <pc:chgData name="Debal Ghosh" userId="S::debal.ghosh@iestey.com::229aea79-82fe-4d10-9286-f32adbe1c397" providerId="AD" clId="Web-{C8A97293-F9C6-16D9-BF01-0E0F8932D844}" dt="2025-07-15T04:57:11.035" v="37" actId="1076"/>
        <pc:sldMkLst>
          <pc:docMk/>
          <pc:sldMk cId="0" sldId="260"/>
        </pc:sldMkLst>
        <pc:spChg chg="mod">
          <ac:chgData name="Debal Ghosh" userId="S::debal.ghosh@iestey.com::229aea79-82fe-4d10-9286-f32adbe1c397" providerId="AD" clId="Web-{C8A97293-F9C6-16D9-BF01-0E0F8932D844}" dt="2025-07-15T03:22:39.529" v="7"/>
          <ac:spMkLst>
            <pc:docMk/>
            <pc:sldMk cId="0" sldId="260"/>
            <ac:spMk id="2" creationId="{00000000-0000-0000-0000-000000000000}"/>
          </ac:spMkLst>
        </pc:spChg>
        <pc:spChg chg="del">
          <ac:chgData name="Debal Ghosh" userId="S::debal.ghosh@iestey.com::229aea79-82fe-4d10-9286-f32adbe1c397" providerId="AD" clId="Web-{C8A97293-F9C6-16D9-BF01-0E0F8932D844}" dt="2025-07-15T03:22:39.529" v="7"/>
          <ac:spMkLst>
            <pc:docMk/>
            <pc:sldMk cId="0" sldId="260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2:39.529" v="7"/>
          <ac:spMkLst>
            <pc:docMk/>
            <pc:sldMk cId="0" sldId="260"/>
            <ac:spMk id="9" creationId="{BACC6370-2D7E-4714-9D71-7542949D7D5D}"/>
          </ac:spMkLst>
        </pc:spChg>
        <pc:spChg chg="add">
          <ac:chgData name="Debal Ghosh" userId="S::debal.ghosh@iestey.com::229aea79-82fe-4d10-9286-f32adbe1c397" providerId="AD" clId="Web-{C8A97293-F9C6-16D9-BF01-0E0F8932D844}" dt="2025-07-15T03:22:39.529" v="7"/>
          <ac:spMkLst>
            <pc:docMk/>
            <pc:sldMk cId="0" sldId="260"/>
            <ac:spMk id="11" creationId="{F68B3F68-107C-434F-AA38-110D5EA91B85}"/>
          </ac:spMkLst>
        </pc:spChg>
        <pc:spChg chg="add">
          <ac:chgData name="Debal Ghosh" userId="S::debal.ghosh@iestey.com::229aea79-82fe-4d10-9286-f32adbe1c397" providerId="AD" clId="Web-{C8A97293-F9C6-16D9-BF01-0E0F8932D844}" dt="2025-07-15T03:22:39.529" v="7"/>
          <ac:spMkLst>
            <pc:docMk/>
            <pc:sldMk cId="0" sldId="260"/>
            <ac:spMk id="13" creationId="{AAD0DBB9-1A4B-4391-81D4-CB19F9AB918A}"/>
          </ac:spMkLst>
        </pc:spChg>
        <pc:spChg chg="add">
          <ac:chgData name="Debal Ghosh" userId="S::debal.ghosh@iestey.com::229aea79-82fe-4d10-9286-f32adbe1c397" providerId="AD" clId="Web-{C8A97293-F9C6-16D9-BF01-0E0F8932D844}" dt="2025-07-15T03:22:39.529" v="7"/>
          <ac:spMkLst>
            <pc:docMk/>
            <pc:sldMk cId="0" sldId="260"/>
            <ac:spMk id="15" creationId="{063BBA22-50EA-4C4D-BE05-F1CE4E63AA56}"/>
          </ac:spMkLst>
        </pc:spChg>
        <pc:graphicFrameChg chg="add">
          <ac:chgData name="Debal Ghosh" userId="S::debal.ghosh@iestey.com::229aea79-82fe-4d10-9286-f32adbe1c397" providerId="AD" clId="Web-{C8A97293-F9C6-16D9-BF01-0E0F8932D844}" dt="2025-07-15T03:22:39.529" v="7"/>
          <ac:graphicFrameMkLst>
            <pc:docMk/>
            <pc:sldMk cId="0" sldId="260"/>
            <ac:graphicFrameMk id="5" creationId="{D86FA275-BE65-7E2C-2A22-5928F9318CC9}"/>
          </ac:graphicFrameMkLst>
        </pc:graphicFrameChg>
        <pc:picChg chg="add mod">
          <ac:chgData name="Debal Ghosh" userId="S::debal.ghosh@iestey.com::229aea79-82fe-4d10-9286-f32adbe1c397" providerId="AD" clId="Web-{C8A97293-F9C6-16D9-BF01-0E0F8932D844}" dt="2025-07-15T04:57:11.035" v="37" actId="1076"/>
          <ac:picMkLst>
            <pc:docMk/>
            <pc:sldMk cId="0" sldId="260"/>
            <ac:picMk id="3" creationId="{570CAAC9-79E7-509A-2664-15623E51C5F1}"/>
          </ac:picMkLst>
        </pc:picChg>
      </pc:sldChg>
      <pc:sldChg chg="addSp delSp modSp mod setBg addAnim">
        <pc:chgData name="Debal Ghosh" userId="S::debal.ghosh@iestey.com::229aea79-82fe-4d10-9286-f32adbe1c397" providerId="AD" clId="Web-{C8A97293-F9C6-16D9-BF01-0E0F8932D844}" dt="2025-07-15T05:35:59.610" v="41" actId="1076"/>
        <pc:sldMkLst>
          <pc:docMk/>
          <pc:sldMk cId="0" sldId="261"/>
        </pc:sldMkLst>
        <pc:spChg chg="mod">
          <ac:chgData name="Debal Ghosh" userId="S::debal.ghosh@iestey.com::229aea79-82fe-4d10-9286-f32adbe1c397" providerId="AD" clId="Web-{C8A97293-F9C6-16D9-BF01-0E0F8932D844}" dt="2025-07-15T03:23:13.811" v="8"/>
          <ac:spMkLst>
            <pc:docMk/>
            <pc:sldMk cId="0" sldId="261"/>
            <ac:spMk id="2" creationId="{00000000-0000-0000-0000-000000000000}"/>
          </ac:spMkLst>
        </pc:spChg>
        <pc:spChg chg="del">
          <ac:chgData name="Debal Ghosh" userId="S::debal.ghosh@iestey.com::229aea79-82fe-4d10-9286-f32adbe1c397" providerId="AD" clId="Web-{C8A97293-F9C6-16D9-BF01-0E0F8932D844}" dt="2025-07-15T03:23:13.811" v="8"/>
          <ac:spMkLst>
            <pc:docMk/>
            <pc:sldMk cId="0" sldId="261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3:13.811" v="8"/>
          <ac:spMkLst>
            <pc:docMk/>
            <pc:sldMk cId="0" sldId="261"/>
            <ac:spMk id="9" creationId="{BACC6370-2D7E-4714-9D71-7542949D7D5D}"/>
          </ac:spMkLst>
        </pc:spChg>
        <pc:spChg chg="add">
          <ac:chgData name="Debal Ghosh" userId="S::debal.ghosh@iestey.com::229aea79-82fe-4d10-9286-f32adbe1c397" providerId="AD" clId="Web-{C8A97293-F9C6-16D9-BF01-0E0F8932D844}" dt="2025-07-15T03:23:13.811" v="8"/>
          <ac:spMkLst>
            <pc:docMk/>
            <pc:sldMk cId="0" sldId="261"/>
            <ac:spMk id="11" creationId="{F68B3F68-107C-434F-AA38-110D5EA91B85}"/>
          </ac:spMkLst>
        </pc:spChg>
        <pc:spChg chg="add">
          <ac:chgData name="Debal Ghosh" userId="S::debal.ghosh@iestey.com::229aea79-82fe-4d10-9286-f32adbe1c397" providerId="AD" clId="Web-{C8A97293-F9C6-16D9-BF01-0E0F8932D844}" dt="2025-07-15T03:23:13.811" v="8"/>
          <ac:spMkLst>
            <pc:docMk/>
            <pc:sldMk cId="0" sldId="261"/>
            <ac:spMk id="13" creationId="{AAD0DBB9-1A4B-4391-81D4-CB19F9AB918A}"/>
          </ac:spMkLst>
        </pc:spChg>
        <pc:spChg chg="add">
          <ac:chgData name="Debal Ghosh" userId="S::debal.ghosh@iestey.com::229aea79-82fe-4d10-9286-f32adbe1c397" providerId="AD" clId="Web-{C8A97293-F9C6-16D9-BF01-0E0F8932D844}" dt="2025-07-15T03:23:13.811" v="8"/>
          <ac:spMkLst>
            <pc:docMk/>
            <pc:sldMk cId="0" sldId="261"/>
            <ac:spMk id="15" creationId="{063BBA22-50EA-4C4D-BE05-F1CE4E63AA56}"/>
          </ac:spMkLst>
        </pc:spChg>
        <pc:graphicFrameChg chg="add">
          <ac:chgData name="Debal Ghosh" userId="S::debal.ghosh@iestey.com::229aea79-82fe-4d10-9286-f32adbe1c397" providerId="AD" clId="Web-{C8A97293-F9C6-16D9-BF01-0E0F8932D844}" dt="2025-07-15T03:23:13.811" v="8"/>
          <ac:graphicFrameMkLst>
            <pc:docMk/>
            <pc:sldMk cId="0" sldId="261"/>
            <ac:graphicFrameMk id="5" creationId="{EA66D271-8BD8-1003-98F8-E07EF54A2A20}"/>
          </ac:graphicFrameMkLst>
        </pc:graphicFrameChg>
        <pc:picChg chg="add mod">
          <ac:chgData name="Debal Ghosh" userId="S::debal.ghosh@iestey.com::229aea79-82fe-4d10-9286-f32adbe1c397" providerId="AD" clId="Web-{C8A97293-F9C6-16D9-BF01-0E0F8932D844}" dt="2025-07-15T05:35:59.610" v="41" actId="1076"/>
          <ac:picMkLst>
            <pc:docMk/>
            <pc:sldMk cId="0" sldId="261"/>
            <ac:picMk id="3" creationId="{276E617D-A40D-9E8D-5D63-ABB2F608DB01}"/>
          </ac:picMkLst>
        </pc:picChg>
      </pc:sldChg>
      <pc:sldChg chg="addSp modSp mod setBg">
        <pc:chgData name="Debal Ghosh" userId="S::debal.ghosh@iestey.com::229aea79-82fe-4d10-9286-f32adbe1c397" providerId="AD" clId="Web-{C8A97293-F9C6-16D9-BF01-0E0F8932D844}" dt="2025-07-15T03:23:39.421" v="9"/>
        <pc:sldMkLst>
          <pc:docMk/>
          <pc:sldMk cId="0" sldId="262"/>
        </pc:sldMkLst>
        <pc:spChg chg="mod">
          <ac:chgData name="Debal Ghosh" userId="S::debal.ghosh@iestey.com::229aea79-82fe-4d10-9286-f32adbe1c397" providerId="AD" clId="Web-{C8A97293-F9C6-16D9-BF01-0E0F8932D844}" dt="2025-07-15T03:23:39.421" v="9"/>
          <ac:spMkLst>
            <pc:docMk/>
            <pc:sldMk cId="0" sldId="262"/>
            <ac:spMk id="2" creationId="{00000000-0000-0000-0000-000000000000}"/>
          </ac:spMkLst>
        </pc:spChg>
        <pc:spChg chg="mod">
          <ac:chgData name="Debal Ghosh" userId="S::debal.ghosh@iestey.com::229aea79-82fe-4d10-9286-f32adbe1c397" providerId="AD" clId="Web-{C8A97293-F9C6-16D9-BF01-0E0F8932D844}" dt="2025-07-15T03:23:39.421" v="9"/>
          <ac:spMkLst>
            <pc:docMk/>
            <pc:sldMk cId="0" sldId="262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3:39.421" v="9"/>
          <ac:spMkLst>
            <pc:docMk/>
            <pc:sldMk cId="0" sldId="262"/>
            <ac:spMk id="9" creationId="{C0763A76-9F1C-4FC5-82B7-DD475DA461B2}"/>
          </ac:spMkLst>
        </pc:spChg>
        <pc:spChg chg="add">
          <ac:chgData name="Debal Ghosh" userId="S::debal.ghosh@iestey.com::229aea79-82fe-4d10-9286-f32adbe1c397" providerId="AD" clId="Web-{C8A97293-F9C6-16D9-BF01-0E0F8932D844}" dt="2025-07-15T03:23:39.421" v="9"/>
          <ac:spMkLst>
            <pc:docMk/>
            <pc:sldMk cId="0" sldId="262"/>
            <ac:spMk id="11" creationId="{E81BF4F6-F2CF-4984-9D14-D6966D92F99F}"/>
          </ac:spMkLst>
        </pc:spChg>
        <pc:picChg chg="add">
          <ac:chgData name="Debal Ghosh" userId="S::debal.ghosh@iestey.com::229aea79-82fe-4d10-9286-f32adbe1c397" providerId="AD" clId="Web-{C8A97293-F9C6-16D9-BF01-0E0F8932D844}" dt="2025-07-15T03:23:39.421" v="9"/>
          <ac:picMkLst>
            <pc:docMk/>
            <pc:sldMk cId="0" sldId="262"/>
            <ac:picMk id="5" creationId="{F7C32614-F874-A667-8876-1152E0D1E3FC}"/>
          </ac:picMkLst>
        </pc:picChg>
      </pc:sldChg>
      <pc:sldChg chg="addSp modSp mod setBg">
        <pc:chgData name="Debal Ghosh" userId="S::debal.ghosh@iestey.com::229aea79-82fe-4d10-9286-f32adbe1c397" providerId="AD" clId="Web-{C8A97293-F9C6-16D9-BF01-0E0F8932D844}" dt="2025-07-15T03:24:03.812" v="10"/>
        <pc:sldMkLst>
          <pc:docMk/>
          <pc:sldMk cId="0" sldId="263"/>
        </pc:sldMkLst>
        <pc:spChg chg="mod">
          <ac:chgData name="Debal Ghosh" userId="S::debal.ghosh@iestey.com::229aea79-82fe-4d10-9286-f32adbe1c397" providerId="AD" clId="Web-{C8A97293-F9C6-16D9-BF01-0E0F8932D844}" dt="2025-07-15T03:24:03.812" v="10"/>
          <ac:spMkLst>
            <pc:docMk/>
            <pc:sldMk cId="0" sldId="263"/>
            <ac:spMk id="2" creationId="{00000000-0000-0000-0000-000000000000}"/>
          </ac:spMkLst>
        </pc:spChg>
        <pc:spChg chg="mod">
          <ac:chgData name="Debal Ghosh" userId="S::debal.ghosh@iestey.com::229aea79-82fe-4d10-9286-f32adbe1c397" providerId="AD" clId="Web-{C8A97293-F9C6-16D9-BF01-0E0F8932D844}" dt="2025-07-15T03:24:03.812" v="10"/>
          <ac:spMkLst>
            <pc:docMk/>
            <pc:sldMk cId="0" sldId="263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4:03.812" v="10"/>
          <ac:spMkLst>
            <pc:docMk/>
            <pc:sldMk cId="0" sldId="263"/>
            <ac:spMk id="9" creationId="{C0763A76-9F1C-4FC5-82B7-DD475DA461B2}"/>
          </ac:spMkLst>
        </pc:spChg>
        <pc:spChg chg="add">
          <ac:chgData name="Debal Ghosh" userId="S::debal.ghosh@iestey.com::229aea79-82fe-4d10-9286-f32adbe1c397" providerId="AD" clId="Web-{C8A97293-F9C6-16D9-BF01-0E0F8932D844}" dt="2025-07-15T03:24:03.812" v="10"/>
          <ac:spMkLst>
            <pc:docMk/>
            <pc:sldMk cId="0" sldId="263"/>
            <ac:spMk id="11" creationId="{E81BF4F6-F2CF-4984-9D14-D6966D92F99F}"/>
          </ac:spMkLst>
        </pc:spChg>
        <pc:picChg chg="add">
          <ac:chgData name="Debal Ghosh" userId="S::debal.ghosh@iestey.com::229aea79-82fe-4d10-9286-f32adbe1c397" providerId="AD" clId="Web-{C8A97293-F9C6-16D9-BF01-0E0F8932D844}" dt="2025-07-15T03:24:03.812" v="10"/>
          <ac:picMkLst>
            <pc:docMk/>
            <pc:sldMk cId="0" sldId="263"/>
            <ac:picMk id="5" creationId="{DCC2B911-7BD1-D37C-DD79-9DF0E7519F8C}"/>
          </ac:picMkLst>
        </pc:picChg>
      </pc:sldChg>
      <pc:sldChg chg="addSp delSp modSp mod setBg">
        <pc:chgData name="Debal Ghosh" userId="S::debal.ghosh@iestey.com::229aea79-82fe-4d10-9286-f32adbe1c397" providerId="AD" clId="Web-{C8A97293-F9C6-16D9-BF01-0E0F8932D844}" dt="2025-07-15T03:24:49.218" v="11"/>
        <pc:sldMkLst>
          <pc:docMk/>
          <pc:sldMk cId="0" sldId="264"/>
        </pc:sldMkLst>
        <pc:spChg chg="mod">
          <ac:chgData name="Debal Ghosh" userId="S::debal.ghosh@iestey.com::229aea79-82fe-4d10-9286-f32adbe1c397" providerId="AD" clId="Web-{C8A97293-F9C6-16D9-BF01-0E0F8932D844}" dt="2025-07-15T03:24:49.218" v="11"/>
          <ac:spMkLst>
            <pc:docMk/>
            <pc:sldMk cId="0" sldId="264"/>
            <ac:spMk id="2" creationId="{00000000-0000-0000-0000-000000000000}"/>
          </ac:spMkLst>
        </pc:spChg>
        <pc:spChg chg="del">
          <ac:chgData name="Debal Ghosh" userId="S::debal.ghosh@iestey.com::229aea79-82fe-4d10-9286-f32adbe1c397" providerId="AD" clId="Web-{C8A97293-F9C6-16D9-BF01-0E0F8932D844}" dt="2025-07-15T03:24:49.218" v="11"/>
          <ac:spMkLst>
            <pc:docMk/>
            <pc:sldMk cId="0" sldId="264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4:49.218" v="11"/>
          <ac:spMkLst>
            <pc:docMk/>
            <pc:sldMk cId="0" sldId="264"/>
            <ac:spMk id="9" creationId="{0C541B88-1AE9-40C3-AFD5-967787C1979F}"/>
          </ac:spMkLst>
        </pc:spChg>
        <pc:spChg chg="add">
          <ac:chgData name="Debal Ghosh" userId="S::debal.ghosh@iestey.com::229aea79-82fe-4d10-9286-f32adbe1c397" providerId="AD" clId="Web-{C8A97293-F9C6-16D9-BF01-0E0F8932D844}" dt="2025-07-15T03:24:49.218" v="11"/>
          <ac:spMkLst>
            <pc:docMk/>
            <pc:sldMk cId="0" sldId="264"/>
            <ac:spMk id="11" creationId="{E5F17139-31EE-46AC-B04F-DBBD852DD6CB}"/>
          </ac:spMkLst>
        </pc:spChg>
        <pc:spChg chg="add">
          <ac:chgData name="Debal Ghosh" userId="S::debal.ghosh@iestey.com::229aea79-82fe-4d10-9286-f32adbe1c397" providerId="AD" clId="Web-{C8A97293-F9C6-16D9-BF01-0E0F8932D844}" dt="2025-07-15T03:24:49.218" v="11"/>
          <ac:spMkLst>
            <pc:docMk/>
            <pc:sldMk cId="0" sldId="264"/>
            <ac:spMk id="17" creationId="{89D16701-DA76-4F72-BB63-E2C3FFBDFE0F}"/>
          </ac:spMkLst>
        </pc:spChg>
        <pc:spChg chg="add">
          <ac:chgData name="Debal Ghosh" userId="S::debal.ghosh@iestey.com::229aea79-82fe-4d10-9286-f32adbe1c397" providerId="AD" clId="Web-{C8A97293-F9C6-16D9-BF01-0E0F8932D844}" dt="2025-07-15T03:24:49.218" v="11"/>
          <ac:spMkLst>
            <pc:docMk/>
            <pc:sldMk cId="0" sldId="264"/>
            <ac:spMk id="19" creationId="{1CC28BE1-9DC6-43FE-9582-39F091098D77}"/>
          </ac:spMkLst>
        </pc:spChg>
        <pc:grpChg chg="add">
          <ac:chgData name="Debal Ghosh" userId="S::debal.ghosh@iestey.com::229aea79-82fe-4d10-9286-f32adbe1c397" providerId="AD" clId="Web-{C8A97293-F9C6-16D9-BF01-0E0F8932D844}" dt="2025-07-15T03:24:49.218" v="11"/>
          <ac:grpSpMkLst>
            <pc:docMk/>
            <pc:sldMk cId="0" sldId="264"/>
            <ac:grpSpMk id="13" creationId="{7CF625D3-71A3-4F30-A096-8EF334E959D0}"/>
          </ac:grpSpMkLst>
        </pc:grpChg>
        <pc:grpChg chg="add">
          <ac:chgData name="Debal Ghosh" userId="S::debal.ghosh@iestey.com::229aea79-82fe-4d10-9286-f32adbe1c397" providerId="AD" clId="Web-{C8A97293-F9C6-16D9-BF01-0E0F8932D844}" dt="2025-07-15T03:24:49.218" v="11"/>
          <ac:grpSpMkLst>
            <pc:docMk/>
            <pc:sldMk cId="0" sldId="264"/>
            <ac:grpSpMk id="21" creationId="{AF9AF3F3-CE0C-4125-BDD7-346487FA0B40}"/>
          </ac:grpSpMkLst>
        </pc:grpChg>
        <pc:graphicFrameChg chg="add">
          <ac:chgData name="Debal Ghosh" userId="S::debal.ghosh@iestey.com::229aea79-82fe-4d10-9286-f32adbe1c397" providerId="AD" clId="Web-{C8A97293-F9C6-16D9-BF01-0E0F8932D844}" dt="2025-07-15T03:24:49.218" v="11"/>
          <ac:graphicFrameMkLst>
            <pc:docMk/>
            <pc:sldMk cId="0" sldId="264"/>
            <ac:graphicFrameMk id="5" creationId="{B276260D-85D1-78B5-F697-0044A17D7CED}"/>
          </ac:graphicFrameMkLst>
        </pc:graphicFrameChg>
      </pc:sldChg>
      <pc:sldChg chg="addSp delSp modSp mod setBg">
        <pc:chgData name="Debal Ghosh" userId="S::debal.ghosh@iestey.com::229aea79-82fe-4d10-9286-f32adbe1c397" providerId="AD" clId="Web-{C8A97293-F9C6-16D9-BF01-0E0F8932D844}" dt="2025-07-15T03:25:34.406" v="12"/>
        <pc:sldMkLst>
          <pc:docMk/>
          <pc:sldMk cId="0" sldId="265"/>
        </pc:sldMkLst>
        <pc:spChg chg="mod">
          <ac:chgData name="Debal Ghosh" userId="S::debal.ghosh@iestey.com::229aea79-82fe-4d10-9286-f32adbe1c397" providerId="AD" clId="Web-{C8A97293-F9C6-16D9-BF01-0E0F8932D844}" dt="2025-07-15T03:25:34.406" v="12"/>
          <ac:spMkLst>
            <pc:docMk/>
            <pc:sldMk cId="0" sldId="265"/>
            <ac:spMk id="2" creationId="{00000000-0000-0000-0000-000000000000}"/>
          </ac:spMkLst>
        </pc:spChg>
        <pc:spChg chg="del">
          <ac:chgData name="Debal Ghosh" userId="S::debal.ghosh@iestey.com::229aea79-82fe-4d10-9286-f32adbe1c397" providerId="AD" clId="Web-{C8A97293-F9C6-16D9-BF01-0E0F8932D844}" dt="2025-07-15T03:25:34.406" v="12"/>
          <ac:spMkLst>
            <pc:docMk/>
            <pc:sldMk cId="0" sldId="265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5:34.406" v="12"/>
          <ac:spMkLst>
            <pc:docMk/>
            <pc:sldMk cId="0" sldId="265"/>
            <ac:spMk id="9" creationId="{2659FDB4-FCBE-4A89-B46D-43D4FA54464D}"/>
          </ac:spMkLst>
        </pc:spChg>
        <pc:graphicFrameChg chg="add">
          <ac:chgData name="Debal Ghosh" userId="S::debal.ghosh@iestey.com::229aea79-82fe-4d10-9286-f32adbe1c397" providerId="AD" clId="Web-{C8A97293-F9C6-16D9-BF01-0E0F8932D844}" dt="2025-07-15T03:25:34.406" v="12"/>
          <ac:graphicFrameMkLst>
            <pc:docMk/>
            <pc:sldMk cId="0" sldId="265"/>
            <ac:graphicFrameMk id="5" creationId="{7EDE88C6-87BA-17D4-8003-036578697C2A}"/>
          </ac:graphicFrameMkLst>
        </pc:graphicFrameChg>
        <pc:cxnChg chg="add">
          <ac:chgData name="Debal Ghosh" userId="S::debal.ghosh@iestey.com::229aea79-82fe-4d10-9286-f32adbe1c397" providerId="AD" clId="Web-{C8A97293-F9C6-16D9-BF01-0E0F8932D844}" dt="2025-07-15T03:25:34.406" v="12"/>
          <ac:cxnSpMkLst>
            <pc:docMk/>
            <pc:sldMk cId="0" sldId="265"/>
            <ac:cxnSpMk id="11" creationId="{C8F51B3F-8331-4E4A-AE96-D47B1006EEAD}"/>
          </ac:cxnSpMkLst>
        </pc:cxnChg>
      </pc:sldChg>
      <pc:sldChg chg="addSp modSp mod setBg">
        <pc:chgData name="Debal Ghosh" userId="S::debal.ghosh@iestey.com::229aea79-82fe-4d10-9286-f32adbe1c397" providerId="AD" clId="Web-{C8A97293-F9C6-16D9-BF01-0E0F8932D844}" dt="2025-07-15T03:26:27.454" v="13"/>
        <pc:sldMkLst>
          <pc:docMk/>
          <pc:sldMk cId="0" sldId="266"/>
        </pc:sldMkLst>
        <pc:spChg chg="mo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2" creationId="{00000000-0000-0000-0000-000000000000}"/>
          </ac:spMkLst>
        </pc:spChg>
        <pc:spChg chg="mo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8" creationId="{F837543A-6020-4505-A233-C9DB4BF74011}"/>
          </ac:spMkLst>
        </pc:spChg>
        <pc:spChg chg="ad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10" creationId="{35B16301-FB18-48BA-A6DD-C37CAF6F9A18}"/>
          </ac:spMkLst>
        </pc:spChg>
        <pc:spChg chg="ad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12" creationId="{C3C0D90E-074A-4F52-9B11-B52BEF4BCBE5}"/>
          </ac:spMkLst>
        </pc:spChg>
        <pc:spChg chg="ad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14" creationId="{CABBD4C1-E6F8-46F6-8152-A8A97490BF4D}"/>
          </ac:spMkLst>
        </pc:spChg>
        <pc:spChg chg="ad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16" creationId="{83BA5EF5-1FE9-4BF9-83BB-269BCDDF6156}"/>
          </ac:spMkLst>
        </pc:spChg>
        <pc:spChg chg="ad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20" creationId="{88853921-7BC9-4BDE-ACAB-133C683C82D6}"/>
          </ac:spMkLst>
        </pc:spChg>
        <pc:spChg chg="ad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22" creationId="{09192968-3AE7-4470-A61C-97294BB92731}"/>
          </ac:spMkLst>
        </pc:spChg>
        <pc:spChg chg="add">
          <ac:chgData name="Debal Ghosh" userId="S::debal.ghosh@iestey.com::229aea79-82fe-4d10-9286-f32adbe1c397" providerId="AD" clId="Web-{C8A97293-F9C6-16D9-BF01-0E0F8932D844}" dt="2025-07-15T03:26:27.454" v="13"/>
          <ac:spMkLst>
            <pc:docMk/>
            <pc:sldMk cId="0" sldId="266"/>
            <ac:spMk id="24" creationId="{3AB72E55-43E4-4356-BFE8-E2102CB0B505}"/>
          </ac:spMkLst>
        </pc:spChg>
      </pc:sldChg>
      <pc:sldChg chg="addSp modSp mod setBg">
        <pc:chgData name="Debal Ghosh" userId="S::debal.ghosh@iestey.com::229aea79-82fe-4d10-9286-f32adbe1c397" providerId="AD" clId="Web-{C8A97293-F9C6-16D9-BF01-0E0F8932D844}" dt="2025-07-15T03:26:50.173" v="14"/>
        <pc:sldMkLst>
          <pc:docMk/>
          <pc:sldMk cId="0" sldId="267"/>
        </pc:sldMkLst>
        <pc:spChg chg="mod">
          <ac:chgData name="Debal Ghosh" userId="S::debal.ghosh@iestey.com::229aea79-82fe-4d10-9286-f32adbe1c397" providerId="AD" clId="Web-{C8A97293-F9C6-16D9-BF01-0E0F8932D844}" dt="2025-07-15T03:26:50.173" v="14"/>
          <ac:spMkLst>
            <pc:docMk/>
            <pc:sldMk cId="0" sldId="267"/>
            <ac:spMk id="2" creationId="{00000000-0000-0000-0000-000000000000}"/>
          </ac:spMkLst>
        </pc:spChg>
        <pc:spChg chg="mod">
          <ac:chgData name="Debal Ghosh" userId="S::debal.ghosh@iestey.com::229aea79-82fe-4d10-9286-f32adbe1c397" providerId="AD" clId="Web-{C8A97293-F9C6-16D9-BF01-0E0F8932D844}" dt="2025-07-15T03:26:50.173" v="14"/>
          <ac:spMkLst>
            <pc:docMk/>
            <pc:sldMk cId="0" sldId="267"/>
            <ac:spMk id="3" creationId="{00000000-0000-0000-0000-000000000000}"/>
          </ac:spMkLst>
        </pc:spChg>
        <pc:spChg chg="add">
          <ac:chgData name="Debal Ghosh" userId="S::debal.ghosh@iestey.com::229aea79-82fe-4d10-9286-f32adbe1c397" providerId="AD" clId="Web-{C8A97293-F9C6-16D9-BF01-0E0F8932D844}" dt="2025-07-15T03:26:50.173" v="14"/>
          <ac:spMkLst>
            <pc:docMk/>
            <pc:sldMk cId="0" sldId="267"/>
            <ac:spMk id="9" creationId="{C0763A76-9F1C-4FC5-82B7-DD475DA461B2}"/>
          </ac:spMkLst>
        </pc:spChg>
        <pc:spChg chg="add">
          <ac:chgData name="Debal Ghosh" userId="S::debal.ghosh@iestey.com::229aea79-82fe-4d10-9286-f32adbe1c397" providerId="AD" clId="Web-{C8A97293-F9C6-16D9-BF01-0E0F8932D844}" dt="2025-07-15T03:26:50.173" v="14"/>
          <ac:spMkLst>
            <pc:docMk/>
            <pc:sldMk cId="0" sldId="267"/>
            <ac:spMk id="11" creationId="{E81BF4F6-F2CF-4984-9D14-D6966D92F99F}"/>
          </ac:spMkLst>
        </pc:spChg>
        <pc:picChg chg="add">
          <ac:chgData name="Debal Ghosh" userId="S::debal.ghosh@iestey.com::229aea79-82fe-4d10-9286-f32adbe1c397" providerId="AD" clId="Web-{C8A97293-F9C6-16D9-BF01-0E0F8932D844}" dt="2025-07-15T03:26:50.173" v="14"/>
          <ac:picMkLst>
            <pc:docMk/>
            <pc:sldMk cId="0" sldId="267"/>
            <ac:picMk id="5" creationId="{E5F879AB-4CEE-1E5C-AA25-8ABA9BD9B40C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EFBB81-B806-4434-9EB0-912C9D38CC2E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C15F0F2-63C8-4282-ABA2-77634FA03BFB}">
      <dgm:prSet/>
      <dgm:spPr/>
      <dgm:t>
        <a:bodyPr/>
        <a:lstStyle/>
        <a:p>
          <a:r>
            <a:rPr lang="en-US"/>
            <a:t>International students face complex and fragmented admission processes.</a:t>
          </a:r>
        </a:p>
      </dgm:t>
    </dgm:pt>
    <dgm:pt modelId="{FC87008F-8E2A-48F9-8CDB-84DED344096C}" type="parTrans" cxnId="{83329870-2928-434F-85C1-AFDF72003F48}">
      <dgm:prSet/>
      <dgm:spPr/>
      <dgm:t>
        <a:bodyPr/>
        <a:lstStyle/>
        <a:p>
          <a:endParaRPr lang="en-US"/>
        </a:p>
      </dgm:t>
    </dgm:pt>
    <dgm:pt modelId="{EC7F8B40-3B24-4401-8B68-936C737BC6F3}" type="sibTrans" cxnId="{83329870-2928-434F-85C1-AFDF72003F48}">
      <dgm:prSet/>
      <dgm:spPr/>
      <dgm:t>
        <a:bodyPr/>
        <a:lstStyle/>
        <a:p>
          <a:endParaRPr lang="en-US"/>
        </a:p>
      </dgm:t>
    </dgm:pt>
    <dgm:pt modelId="{DD6A6644-5088-4148-8C71-2A5EC753F736}">
      <dgm:prSet/>
      <dgm:spPr/>
      <dgm:t>
        <a:bodyPr/>
        <a:lstStyle/>
        <a:p>
          <a:r>
            <a:rPr lang="en-US"/>
            <a:t>Our AI Agent solves this by providing a seamless, automated, and trustworthy system.</a:t>
          </a:r>
        </a:p>
      </dgm:t>
    </dgm:pt>
    <dgm:pt modelId="{CCA58591-E535-4D3E-B5EB-BAE9D6AA640F}" type="parTrans" cxnId="{EB125758-2488-4EA7-B4D5-0D876CC95F5D}">
      <dgm:prSet/>
      <dgm:spPr/>
      <dgm:t>
        <a:bodyPr/>
        <a:lstStyle/>
        <a:p>
          <a:endParaRPr lang="en-US"/>
        </a:p>
      </dgm:t>
    </dgm:pt>
    <dgm:pt modelId="{CA808904-18BA-459A-B784-52FFABD5977F}" type="sibTrans" cxnId="{EB125758-2488-4EA7-B4D5-0D876CC95F5D}">
      <dgm:prSet/>
      <dgm:spPr/>
      <dgm:t>
        <a:bodyPr/>
        <a:lstStyle/>
        <a:p>
          <a:endParaRPr lang="en-US"/>
        </a:p>
      </dgm:t>
    </dgm:pt>
    <dgm:pt modelId="{BC7B9DCB-846D-46C2-82A9-7FC4DB797FE7}" type="pres">
      <dgm:prSet presAssocID="{91EFBB81-B806-4434-9EB0-912C9D38CC2E}" presName="linear" presStyleCnt="0">
        <dgm:presLayoutVars>
          <dgm:animLvl val="lvl"/>
          <dgm:resizeHandles val="exact"/>
        </dgm:presLayoutVars>
      </dgm:prSet>
      <dgm:spPr/>
    </dgm:pt>
    <dgm:pt modelId="{6813534D-DF6C-4160-9E30-F928F7E9E523}" type="pres">
      <dgm:prSet presAssocID="{EC15F0F2-63C8-4282-ABA2-77634FA03BF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B9A5156-FC1B-484B-A76D-53A7D922754A}" type="pres">
      <dgm:prSet presAssocID="{EC7F8B40-3B24-4401-8B68-936C737BC6F3}" presName="spacer" presStyleCnt="0"/>
      <dgm:spPr/>
    </dgm:pt>
    <dgm:pt modelId="{E384CDB7-4DE0-4CB9-A367-1EC1248C35D8}" type="pres">
      <dgm:prSet presAssocID="{DD6A6644-5088-4148-8C71-2A5EC753F73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3329870-2928-434F-85C1-AFDF72003F48}" srcId="{91EFBB81-B806-4434-9EB0-912C9D38CC2E}" destId="{EC15F0F2-63C8-4282-ABA2-77634FA03BFB}" srcOrd="0" destOrd="0" parTransId="{FC87008F-8E2A-48F9-8CDB-84DED344096C}" sibTransId="{EC7F8B40-3B24-4401-8B68-936C737BC6F3}"/>
    <dgm:cxn modelId="{0A381A52-65CC-4A01-8218-7B9947679547}" type="presOf" srcId="{91EFBB81-B806-4434-9EB0-912C9D38CC2E}" destId="{BC7B9DCB-846D-46C2-82A9-7FC4DB797FE7}" srcOrd="0" destOrd="0" presId="urn:microsoft.com/office/officeart/2005/8/layout/vList2"/>
    <dgm:cxn modelId="{EB125758-2488-4EA7-B4D5-0D876CC95F5D}" srcId="{91EFBB81-B806-4434-9EB0-912C9D38CC2E}" destId="{DD6A6644-5088-4148-8C71-2A5EC753F736}" srcOrd="1" destOrd="0" parTransId="{CCA58591-E535-4D3E-B5EB-BAE9D6AA640F}" sibTransId="{CA808904-18BA-459A-B784-52FFABD5977F}"/>
    <dgm:cxn modelId="{9B4E3293-9493-4F5D-B651-FA938CBA5039}" type="presOf" srcId="{DD6A6644-5088-4148-8C71-2A5EC753F736}" destId="{E384CDB7-4DE0-4CB9-A367-1EC1248C35D8}" srcOrd="0" destOrd="0" presId="urn:microsoft.com/office/officeart/2005/8/layout/vList2"/>
    <dgm:cxn modelId="{CABF56A5-2213-4696-AAA6-A59B9EA268C6}" type="presOf" srcId="{EC15F0F2-63C8-4282-ABA2-77634FA03BFB}" destId="{6813534D-DF6C-4160-9E30-F928F7E9E523}" srcOrd="0" destOrd="0" presId="urn:microsoft.com/office/officeart/2005/8/layout/vList2"/>
    <dgm:cxn modelId="{37ADCE25-6E36-4AED-889A-F048BE3CCA6A}" type="presParOf" srcId="{BC7B9DCB-846D-46C2-82A9-7FC4DB797FE7}" destId="{6813534D-DF6C-4160-9E30-F928F7E9E523}" srcOrd="0" destOrd="0" presId="urn:microsoft.com/office/officeart/2005/8/layout/vList2"/>
    <dgm:cxn modelId="{617A1703-C500-475C-BCD4-1DB3E43F1902}" type="presParOf" srcId="{BC7B9DCB-846D-46C2-82A9-7FC4DB797FE7}" destId="{AB9A5156-FC1B-484B-A76D-53A7D922754A}" srcOrd="1" destOrd="0" presId="urn:microsoft.com/office/officeart/2005/8/layout/vList2"/>
    <dgm:cxn modelId="{CEE58DED-2D23-4D52-A760-8D9CBA132BFB}" type="presParOf" srcId="{BC7B9DCB-846D-46C2-82A9-7FC4DB797FE7}" destId="{E384CDB7-4DE0-4CB9-A367-1EC1248C35D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D3CAE9-E419-456D-A7B2-5E98828EA24D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9EB111-E631-48AE-BB88-7DA6B6E700E2}">
      <dgm:prSet/>
      <dgm:spPr/>
      <dgm:t>
        <a:bodyPr/>
        <a:lstStyle/>
        <a:p>
          <a:r>
            <a:rPr lang="en-US"/>
            <a:t>• Claude 3.5 Sonnet via Bedrock: Reasoning</a:t>
          </a:r>
        </a:p>
      </dgm:t>
    </dgm:pt>
    <dgm:pt modelId="{72CDC34E-7ECD-4EF7-A2B8-DEAB50E626A8}" type="parTrans" cxnId="{66D2C55D-3BEC-4696-A501-53E9AA322997}">
      <dgm:prSet/>
      <dgm:spPr/>
      <dgm:t>
        <a:bodyPr/>
        <a:lstStyle/>
        <a:p>
          <a:endParaRPr lang="en-US"/>
        </a:p>
      </dgm:t>
    </dgm:pt>
    <dgm:pt modelId="{286A3D57-CE4D-44FF-AEE8-309BDB04897E}" type="sibTrans" cxnId="{66D2C55D-3BEC-4696-A501-53E9AA322997}">
      <dgm:prSet/>
      <dgm:spPr/>
      <dgm:t>
        <a:bodyPr/>
        <a:lstStyle/>
        <a:p>
          <a:endParaRPr lang="en-US"/>
        </a:p>
      </dgm:t>
    </dgm:pt>
    <dgm:pt modelId="{B7AE8E26-6814-4DF1-924A-6C7924E6AB4E}">
      <dgm:prSet/>
      <dgm:spPr/>
      <dgm:t>
        <a:bodyPr/>
        <a:lstStyle/>
        <a:p>
          <a:r>
            <a:rPr lang="en-US"/>
            <a:t>• LangChain: Orchestration</a:t>
          </a:r>
        </a:p>
      </dgm:t>
    </dgm:pt>
    <dgm:pt modelId="{E4DC545F-15FB-419D-9081-E713319A9798}" type="parTrans" cxnId="{D15C475B-9F51-40BE-8599-B9EBC97D5A7B}">
      <dgm:prSet/>
      <dgm:spPr/>
      <dgm:t>
        <a:bodyPr/>
        <a:lstStyle/>
        <a:p>
          <a:endParaRPr lang="en-US"/>
        </a:p>
      </dgm:t>
    </dgm:pt>
    <dgm:pt modelId="{A6573DC4-A3F2-4B1C-9905-2709FB5E42E0}" type="sibTrans" cxnId="{D15C475B-9F51-40BE-8599-B9EBC97D5A7B}">
      <dgm:prSet/>
      <dgm:spPr/>
      <dgm:t>
        <a:bodyPr/>
        <a:lstStyle/>
        <a:p>
          <a:endParaRPr lang="en-US"/>
        </a:p>
      </dgm:t>
    </dgm:pt>
    <dgm:pt modelId="{328DAAFC-DE34-4F1C-A25A-1159903F0D48}">
      <dgm:prSet/>
      <dgm:spPr/>
      <dgm:t>
        <a:bodyPr/>
        <a:lstStyle/>
        <a:p>
          <a:r>
            <a:rPr lang="en-US"/>
            <a:t>• AutoGen: Multi-agent collaboration</a:t>
          </a:r>
        </a:p>
      </dgm:t>
    </dgm:pt>
    <dgm:pt modelId="{3E4320CC-2559-4272-82B7-F6EAAED12002}" type="parTrans" cxnId="{673FFE86-3AB0-4121-AFCC-11C6EF76B462}">
      <dgm:prSet/>
      <dgm:spPr/>
      <dgm:t>
        <a:bodyPr/>
        <a:lstStyle/>
        <a:p>
          <a:endParaRPr lang="en-US"/>
        </a:p>
      </dgm:t>
    </dgm:pt>
    <dgm:pt modelId="{0C9A212D-9586-49A8-A7B4-94FE4523295A}" type="sibTrans" cxnId="{673FFE86-3AB0-4121-AFCC-11C6EF76B462}">
      <dgm:prSet/>
      <dgm:spPr/>
      <dgm:t>
        <a:bodyPr/>
        <a:lstStyle/>
        <a:p>
          <a:endParaRPr lang="en-US"/>
        </a:p>
      </dgm:t>
    </dgm:pt>
    <dgm:pt modelId="{1879CD7D-B796-41DE-B351-94B8DC2381F7}">
      <dgm:prSet/>
      <dgm:spPr/>
      <dgm:t>
        <a:bodyPr/>
        <a:lstStyle/>
        <a:p>
          <a:r>
            <a:rPr lang="en-US"/>
            <a:t>• PostgreSQL + pgvector: Semantic matching</a:t>
          </a:r>
        </a:p>
      </dgm:t>
    </dgm:pt>
    <dgm:pt modelId="{729F1EBC-DF8F-495B-9616-6F0A7B1D3CC5}" type="parTrans" cxnId="{9CA16BCC-193D-4BAA-8EE7-404E286C542D}">
      <dgm:prSet/>
      <dgm:spPr/>
      <dgm:t>
        <a:bodyPr/>
        <a:lstStyle/>
        <a:p>
          <a:endParaRPr lang="en-US"/>
        </a:p>
      </dgm:t>
    </dgm:pt>
    <dgm:pt modelId="{419D524D-2056-4130-9E65-EE119BB4C695}" type="sibTrans" cxnId="{9CA16BCC-193D-4BAA-8EE7-404E286C542D}">
      <dgm:prSet/>
      <dgm:spPr/>
      <dgm:t>
        <a:bodyPr/>
        <a:lstStyle/>
        <a:p>
          <a:endParaRPr lang="en-US"/>
        </a:p>
      </dgm:t>
    </dgm:pt>
    <dgm:pt modelId="{46BE6FEA-3B76-4E8F-A9ED-CC2F06D90D37}">
      <dgm:prSet/>
      <dgm:spPr/>
      <dgm:t>
        <a:bodyPr/>
        <a:lstStyle/>
        <a:p>
          <a:r>
            <a:rPr lang="en-US"/>
            <a:t>• AWS/Azure + Terraform: Deployment</a:t>
          </a:r>
        </a:p>
      </dgm:t>
    </dgm:pt>
    <dgm:pt modelId="{43D51025-4B48-4147-9951-FFC99CEB2225}" type="parTrans" cxnId="{C652F123-46BA-4125-970A-5B8965B61A7F}">
      <dgm:prSet/>
      <dgm:spPr/>
      <dgm:t>
        <a:bodyPr/>
        <a:lstStyle/>
        <a:p>
          <a:endParaRPr lang="en-US"/>
        </a:p>
      </dgm:t>
    </dgm:pt>
    <dgm:pt modelId="{288339F0-4F05-4F22-A0F3-D557F7762037}" type="sibTrans" cxnId="{C652F123-46BA-4125-970A-5B8965B61A7F}">
      <dgm:prSet/>
      <dgm:spPr/>
      <dgm:t>
        <a:bodyPr/>
        <a:lstStyle/>
        <a:p>
          <a:endParaRPr lang="en-US"/>
        </a:p>
      </dgm:t>
    </dgm:pt>
    <dgm:pt modelId="{4261B286-6C3C-4C5F-BB6B-06E78807A2B4}" type="pres">
      <dgm:prSet presAssocID="{50D3CAE9-E419-456D-A7B2-5E98828EA24D}" presName="cycle" presStyleCnt="0">
        <dgm:presLayoutVars>
          <dgm:dir/>
          <dgm:resizeHandles val="exact"/>
        </dgm:presLayoutVars>
      </dgm:prSet>
      <dgm:spPr/>
    </dgm:pt>
    <dgm:pt modelId="{708A7CBE-BCD0-4FDF-BA13-2BDB7ABBC10C}" type="pres">
      <dgm:prSet presAssocID="{959EB111-E631-48AE-BB88-7DA6B6E700E2}" presName="dummy" presStyleCnt="0"/>
      <dgm:spPr/>
    </dgm:pt>
    <dgm:pt modelId="{CC0BABA5-D6CE-459A-A5D2-A51F4B172363}" type="pres">
      <dgm:prSet presAssocID="{959EB111-E631-48AE-BB88-7DA6B6E700E2}" presName="node" presStyleLbl="revTx" presStyleIdx="0" presStyleCnt="5">
        <dgm:presLayoutVars>
          <dgm:bulletEnabled val="1"/>
        </dgm:presLayoutVars>
      </dgm:prSet>
      <dgm:spPr/>
    </dgm:pt>
    <dgm:pt modelId="{A55CFA05-3290-4094-B8CF-882C949FA3C4}" type="pres">
      <dgm:prSet presAssocID="{286A3D57-CE4D-44FF-AEE8-309BDB04897E}" presName="sibTrans" presStyleLbl="node1" presStyleIdx="0" presStyleCnt="5"/>
      <dgm:spPr/>
    </dgm:pt>
    <dgm:pt modelId="{E0D6C677-3C49-4D9A-8352-9A6157CE3AB2}" type="pres">
      <dgm:prSet presAssocID="{B7AE8E26-6814-4DF1-924A-6C7924E6AB4E}" presName="dummy" presStyleCnt="0"/>
      <dgm:spPr/>
    </dgm:pt>
    <dgm:pt modelId="{1423CC9F-7ED0-4BEB-9878-00C2FBDB1ED6}" type="pres">
      <dgm:prSet presAssocID="{B7AE8E26-6814-4DF1-924A-6C7924E6AB4E}" presName="node" presStyleLbl="revTx" presStyleIdx="1" presStyleCnt="5">
        <dgm:presLayoutVars>
          <dgm:bulletEnabled val="1"/>
        </dgm:presLayoutVars>
      </dgm:prSet>
      <dgm:spPr/>
    </dgm:pt>
    <dgm:pt modelId="{D9C682B2-D29E-43F1-BFAD-6490D75222AB}" type="pres">
      <dgm:prSet presAssocID="{A6573DC4-A3F2-4B1C-9905-2709FB5E42E0}" presName="sibTrans" presStyleLbl="node1" presStyleIdx="1" presStyleCnt="5"/>
      <dgm:spPr/>
    </dgm:pt>
    <dgm:pt modelId="{FBB9158D-456D-43E1-B19F-24E53F65EBF8}" type="pres">
      <dgm:prSet presAssocID="{328DAAFC-DE34-4F1C-A25A-1159903F0D48}" presName="dummy" presStyleCnt="0"/>
      <dgm:spPr/>
    </dgm:pt>
    <dgm:pt modelId="{96A752EE-5EED-4A3B-A6D9-72DFF6371FD9}" type="pres">
      <dgm:prSet presAssocID="{328DAAFC-DE34-4F1C-A25A-1159903F0D48}" presName="node" presStyleLbl="revTx" presStyleIdx="2" presStyleCnt="5">
        <dgm:presLayoutVars>
          <dgm:bulletEnabled val="1"/>
        </dgm:presLayoutVars>
      </dgm:prSet>
      <dgm:spPr/>
    </dgm:pt>
    <dgm:pt modelId="{3A1C0FD1-C2BA-41D7-A7A5-56B27834825C}" type="pres">
      <dgm:prSet presAssocID="{0C9A212D-9586-49A8-A7B4-94FE4523295A}" presName="sibTrans" presStyleLbl="node1" presStyleIdx="2" presStyleCnt="5"/>
      <dgm:spPr/>
    </dgm:pt>
    <dgm:pt modelId="{929AB757-C6EF-49A6-858A-781E308C5080}" type="pres">
      <dgm:prSet presAssocID="{1879CD7D-B796-41DE-B351-94B8DC2381F7}" presName="dummy" presStyleCnt="0"/>
      <dgm:spPr/>
    </dgm:pt>
    <dgm:pt modelId="{E16C3DC9-BFEC-471A-A24E-7B7C02138CC0}" type="pres">
      <dgm:prSet presAssocID="{1879CD7D-B796-41DE-B351-94B8DC2381F7}" presName="node" presStyleLbl="revTx" presStyleIdx="3" presStyleCnt="5">
        <dgm:presLayoutVars>
          <dgm:bulletEnabled val="1"/>
        </dgm:presLayoutVars>
      </dgm:prSet>
      <dgm:spPr/>
    </dgm:pt>
    <dgm:pt modelId="{8DF3CABE-A2A8-4DC4-B0FD-945BD7ABF2E4}" type="pres">
      <dgm:prSet presAssocID="{419D524D-2056-4130-9E65-EE119BB4C695}" presName="sibTrans" presStyleLbl="node1" presStyleIdx="3" presStyleCnt="5"/>
      <dgm:spPr/>
    </dgm:pt>
    <dgm:pt modelId="{467171D0-BB72-420B-AD84-90420FB3752E}" type="pres">
      <dgm:prSet presAssocID="{46BE6FEA-3B76-4E8F-A9ED-CC2F06D90D37}" presName="dummy" presStyleCnt="0"/>
      <dgm:spPr/>
    </dgm:pt>
    <dgm:pt modelId="{8F20CACB-1392-435A-AC12-7C3FA0CEDC81}" type="pres">
      <dgm:prSet presAssocID="{46BE6FEA-3B76-4E8F-A9ED-CC2F06D90D37}" presName="node" presStyleLbl="revTx" presStyleIdx="4" presStyleCnt="5">
        <dgm:presLayoutVars>
          <dgm:bulletEnabled val="1"/>
        </dgm:presLayoutVars>
      </dgm:prSet>
      <dgm:spPr/>
    </dgm:pt>
    <dgm:pt modelId="{A751E260-985D-4214-A89A-870F29563AE6}" type="pres">
      <dgm:prSet presAssocID="{288339F0-4F05-4F22-A0F3-D557F7762037}" presName="sibTrans" presStyleLbl="node1" presStyleIdx="4" presStyleCnt="5"/>
      <dgm:spPr/>
    </dgm:pt>
  </dgm:ptLst>
  <dgm:cxnLst>
    <dgm:cxn modelId="{2ACAFB21-80DB-41E2-9F2B-8A5962596917}" type="presOf" srcId="{46BE6FEA-3B76-4E8F-A9ED-CC2F06D90D37}" destId="{8F20CACB-1392-435A-AC12-7C3FA0CEDC81}" srcOrd="0" destOrd="0" presId="urn:microsoft.com/office/officeart/2005/8/layout/cycle1"/>
    <dgm:cxn modelId="{C652F123-46BA-4125-970A-5B8965B61A7F}" srcId="{50D3CAE9-E419-456D-A7B2-5E98828EA24D}" destId="{46BE6FEA-3B76-4E8F-A9ED-CC2F06D90D37}" srcOrd="4" destOrd="0" parTransId="{43D51025-4B48-4147-9951-FFC99CEB2225}" sibTransId="{288339F0-4F05-4F22-A0F3-D557F7762037}"/>
    <dgm:cxn modelId="{19A7633F-E150-45BA-9817-9E4CBACE21C3}" type="presOf" srcId="{A6573DC4-A3F2-4B1C-9905-2709FB5E42E0}" destId="{D9C682B2-D29E-43F1-BFAD-6490D75222AB}" srcOrd="0" destOrd="0" presId="urn:microsoft.com/office/officeart/2005/8/layout/cycle1"/>
    <dgm:cxn modelId="{D15C475B-9F51-40BE-8599-B9EBC97D5A7B}" srcId="{50D3CAE9-E419-456D-A7B2-5E98828EA24D}" destId="{B7AE8E26-6814-4DF1-924A-6C7924E6AB4E}" srcOrd="1" destOrd="0" parTransId="{E4DC545F-15FB-419D-9081-E713319A9798}" sibTransId="{A6573DC4-A3F2-4B1C-9905-2709FB5E42E0}"/>
    <dgm:cxn modelId="{66D2C55D-3BEC-4696-A501-53E9AA322997}" srcId="{50D3CAE9-E419-456D-A7B2-5E98828EA24D}" destId="{959EB111-E631-48AE-BB88-7DA6B6E700E2}" srcOrd="0" destOrd="0" parTransId="{72CDC34E-7ECD-4EF7-A2B8-DEAB50E626A8}" sibTransId="{286A3D57-CE4D-44FF-AEE8-309BDB04897E}"/>
    <dgm:cxn modelId="{1F86946B-9F9C-45C2-8BF5-3E3AA20768AE}" type="presOf" srcId="{419D524D-2056-4130-9E65-EE119BB4C695}" destId="{8DF3CABE-A2A8-4DC4-B0FD-945BD7ABF2E4}" srcOrd="0" destOrd="0" presId="urn:microsoft.com/office/officeart/2005/8/layout/cycle1"/>
    <dgm:cxn modelId="{FA398851-F083-4422-BDBF-DA0F41D13A48}" type="presOf" srcId="{288339F0-4F05-4F22-A0F3-D557F7762037}" destId="{A751E260-985D-4214-A89A-870F29563AE6}" srcOrd="0" destOrd="0" presId="urn:microsoft.com/office/officeart/2005/8/layout/cycle1"/>
    <dgm:cxn modelId="{673FFE86-3AB0-4121-AFCC-11C6EF76B462}" srcId="{50D3CAE9-E419-456D-A7B2-5E98828EA24D}" destId="{328DAAFC-DE34-4F1C-A25A-1159903F0D48}" srcOrd="2" destOrd="0" parTransId="{3E4320CC-2559-4272-82B7-F6EAAED12002}" sibTransId="{0C9A212D-9586-49A8-A7B4-94FE4523295A}"/>
    <dgm:cxn modelId="{51D02D93-A46E-4530-B564-A52036C0AC09}" type="presOf" srcId="{50D3CAE9-E419-456D-A7B2-5E98828EA24D}" destId="{4261B286-6C3C-4C5F-BB6B-06E78807A2B4}" srcOrd="0" destOrd="0" presId="urn:microsoft.com/office/officeart/2005/8/layout/cycle1"/>
    <dgm:cxn modelId="{F0127897-DC3F-44FA-BB27-35BC8C7172FD}" type="presOf" srcId="{959EB111-E631-48AE-BB88-7DA6B6E700E2}" destId="{CC0BABA5-D6CE-459A-A5D2-A51F4B172363}" srcOrd="0" destOrd="0" presId="urn:microsoft.com/office/officeart/2005/8/layout/cycle1"/>
    <dgm:cxn modelId="{059AEFA1-FB01-4E1C-B2A7-0EB1DEA98DA5}" type="presOf" srcId="{B7AE8E26-6814-4DF1-924A-6C7924E6AB4E}" destId="{1423CC9F-7ED0-4BEB-9878-00C2FBDB1ED6}" srcOrd="0" destOrd="0" presId="urn:microsoft.com/office/officeart/2005/8/layout/cycle1"/>
    <dgm:cxn modelId="{092C0CB7-4E63-4540-878E-DC940231EA96}" type="presOf" srcId="{328DAAFC-DE34-4F1C-A25A-1159903F0D48}" destId="{96A752EE-5EED-4A3B-A6D9-72DFF6371FD9}" srcOrd="0" destOrd="0" presId="urn:microsoft.com/office/officeart/2005/8/layout/cycle1"/>
    <dgm:cxn modelId="{C47866BD-7D08-4FB0-BB31-5EF261ABF8B7}" type="presOf" srcId="{1879CD7D-B796-41DE-B351-94B8DC2381F7}" destId="{E16C3DC9-BFEC-471A-A24E-7B7C02138CC0}" srcOrd="0" destOrd="0" presId="urn:microsoft.com/office/officeart/2005/8/layout/cycle1"/>
    <dgm:cxn modelId="{9CA16BCC-193D-4BAA-8EE7-404E286C542D}" srcId="{50D3CAE9-E419-456D-A7B2-5E98828EA24D}" destId="{1879CD7D-B796-41DE-B351-94B8DC2381F7}" srcOrd="3" destOrd="0" parTransId="{729F1EBC-DF8F-495B-9616-6F0A7B1D3CC5}" sibTransId="{419D524D-2056-4130-9E65-EE119BB4C695}"/>
    <dgm:cxn modelId="{83BC1CCE-CBD6-4A66-A05A-AD56A970B78D}" type="presOf" srcId="{0C9A212D-9586-49A8-A7B4-94FE4523295A}" destId="{3A1C0FD1-C2BA-41D7-A7A5-56B27834825C}" srcOrd="0" destOrd="0" presId="urn:microsoft.com/office/officeart/2005/8/layout/cycle1"/>
    <dgm:cxn modelId="{3A21DCFF-531B-4321-B769-9A6B7B130FC0}" type="presOf" srcId="{286A3D57-CE4D-44FF-AEE8-309BDB04897E}" destId="{A55CFA05-3290-4094-B8CF-882C949FA3C4}" srcOrd="0" destOrd="0" presId="urn:microsoft.com/office/officeart/2005/8/layout/cycle1"/>
    <dgm:cxn modelId="{60751F04-0C23-42DC-9546-21B5D675674B}" type="presParOf" srcId="{4261B286-6C3C-4C5F-BB6B-06E78807A2B4}" destId="{708A7CBE-BCD0-4FDF-BA13-2BDB7ABBC10C}" srcOrd="0" destOrd="0" presId="urn:microsoft.com/office/officeart/2005/8/layout/cycle1"/>
    <dgm:cxn modelId="{0F5FBE05-54E8-4150-B043-AE0E8599EC19}" type="presParOf" srcId="{4261B286-6C3C-4C5F-BB6B-06E78807A2B4}" destId="{CC0BABA5-D6CE-459A-A5D2-A51F4B172363}" srcOrd="1" destOrd="0" presId="urn:microsoft.com/office/officeart/2005/8/layout/cycle1"/>
    <dgm:cxn modelId="{8FD03C63-AE42-4B53-8A89-669ACDEAE8C9}" type="presParOf" srcId="{4261B286-6C3C-4C5F-BB6B-06E78807A2B4}" destId="{A55CFA05-3290-4094-B8CF-882C949FA3C4}" srcOrd="2" destOrd="0" presId="urn:microsoft.com/office/officeart/2005/8/layout/cycle1"/>
    <dgm:cxn modelId="{01626C4E-DFF0-4CFB-A57A-DFE6C33F4EED}" type="presParOf" srcId="{4261B286-6C3C-4C5F-BB6B-06E78807A2B4}" destId="{E0D6C677-3C49-4D9A-8352-9A6157CE3AB2}" srcOrd="3" destOrd="0" presId="urn:microsoft.com/office/officeart/2005/8/layout/cycle1"/>
    <dgm:cxn modelId="{F4F2881C-657E-41AC-A87F-C8F150CC46E5}" type="presParOf" srcId="{4261B286-6C3C-4C5F-BB6B-06E78807A2B4}" destId="{1423CC9F-7ED0-4BEB-9878-00C2FBDB1ED6}" srcOrd="4" destOrd="0" presId="urn:microsoft.com/office/officeart/2005/8/layout/cycle1"/>
    <dgm:cxn modelId="{C39A9083-AB8D-4410-AA7D-E11AEFB1E2A6}" type="presParOf" srcId="{4261B286-6C3C-4C5F-BB6B-06E78807A2B4}" destId="{D9C682B2-D29E-43F1-BFAD-6490D75222AB}" srcOrd="5" destOrd="0" presId="urn:microsoft.com/office/officeart/2005/8/layout/cycle1"/>
    <dgm:cxn modelId="{7EC2C0FF-5BD7-4508-86BB-F00043728761}" type="presParOf" srcId="{4261B286-6C3C-4C5F-BB6B-06E78807A2B4}" destId="{FBB9158D-456D-43E1-B19F-24E53F65EBF8}" srcOrd="6" destOrd="0" presId="urn:microsoft.com/office/officeart/2005/8/layout/cycle1"/>
    <dgm:cxn modelId="{17CF3ECD-C5A1-47EC-B454-25D9F9A8785E}" type="presParOf" srcId="{4261B286-6C3C-4C5F-BB6B-06E78807A2B4}" destId="{96A752EE-5EED-4A3B-A6D9-72DFF6371FD9}" srcOrd="7" destOrd="0" presId="urn:microsoft.com/office/officeart/2005/8/layout/cycle1"/>
    <dgm:cxn modelId="{56C79774-9AB6-472F-8CEE-909AD11ECCE6}" type="presParOf" srcId="{4261B286-6C3C-4C5F-BB6B-06E78807A2B4}" destId="{3A1C0FD1-C2BA-41D7-A7A5-56B27834825C}" srcOrd="8" destOrd="0" presId="urn:microsoft.com/office/officeart/2005/8/layout/cycle1"/>
    <dgm:cxn modelId="{80EC37F0-55A4-437B-A7CF-E1CD34B0C686}" type="presParOf" srcId="{4261B286-6C3C-4C5F-BB6B-06E78807A2B4}" destId="{929AB757-C6EF-49A6-858A-781E308C5080}" srcOrd="9" destOrd="0" presId="urn:microsoft.com/office/officeart/2005/8/layout/cycle1"/>
    <dgm:cxn modelId="{F2EFA8C6-4D28-4B41-9D97-3AE64FEB6B2E}" type="presParOf" srcId="{4261B286-6C3C-4C5F-BB6B-06E78807A2B4}" destId="{E16C3DC9-BFEC-471A-A24E-7B7C02138CC0}" srcOrd="10" destOrd="0" presId="urn:microsoft.com/office/officeart/2005/8/layout/cycle1"/>
    <dgm:cxn modelId="{D48B5402-E770-4285-A023-072D9DEA19F2}" type="presParOf" srcId="{4261B286-6C3C-4C5F-BB6B-06E78807A2B4}" destId="{8DF3CABE-A2A8-4DC4-B0FD-945BD7ABF2E4}" srcOrd="11" destOrd="0" presId="urn:microsoft.com/office/officeart/2005/8/layout/cycle1"/>
    <dgm:cxn modelId="{106617C4-4689-4C68-84AB-D17AD11F58F2}" type="presParOf" srcId="{4261B286-6C3C-4C5F-BB6B-06E78807A2B4}" destId="{467171D0-BB72-420B-AD84-90420FB3752E}" srcOrd="12" destOrd="0" presId="urn:microsoft.com/office/officeart/2005/8/layout/cycle1"/>
    <dgm:cxn modelId="{47189DEA-A312-49C2-8C92-370BA62CF986}" type="presParOf" srcId="{4261B286-6C3C-4C5F-BB6B-06E78807A2B4}" destId="{8F20CACB-1392-435A-AC12-7C3FA0CEDC81}" srcOrd="13" destOrd="0" presId="urn:microsoft.com/office/officeart/2005/8/layout/cycle1"/>
    <dgm:cxn modelId="{6E4A5209-50EB-44AA-A626-20D89625CFEB}" type="presParOf" srcId="{4261B286-6C3C-4C5F-BB6B-06E78807A2B4}" destId="{A751E260-985D-4214-A89A-870F29563AE6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3F0911-AD34-4312-9CA5-2F4728718DF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08F2CE-C21A-4D39-842F-52CFD184490E}">
      <dgm:prSet/>
      <dgm:spPr/>
      <dgm:t>
        <a:bodyPr/>
        <a:lstStyle/>
        <a:p>
          <a:r>
            <a:rPr lang="en-US"/>
            <a:t>• PostgreSQL stores profiles &amp; applications</a:t>
          </a:r>
        </a:p>
      </dgm:t>
    </dgm:pt>
    <dgm:pt modelId="{00DE503E-6820-4B52-A044-E47A78C71223}" type="parTrans" cxnId="{D6E42C52-B12A-4235-AFFF-D8BE30FC16DE}">
      <dgm:prSet/>
      <dgm:spPr/>
      <dgm:t>
        <a:bodyPr/>
        <a:lstStyle/>
        <a:p>
          <a:endParaRPr lang="en-US"/>
        </a:p>
      </dgm:t>
    </dgm:pt>
    <dgm:pt modelId="{6CE058DD-1BD4-4321-BE21-61E133D3F470}" type="sibTrans" cxnId="{D6E42C52-B12A-4235-AFFF-D8BE30FC16DE}">
      <dgm:prSet/>
      <dgm:spPr/>
      <dgm:t>
        <a:bodyPr/>
        <a:lstStyle/>
        <a:p>
          <a:endParaRPr lang="en-US"/>
        </a:p>
      </dgm:t>
    </dgm:pt>
    <dgm:pt modelId="{E682116D-F25B-4765-9C98-500CCB947F21}">
      <dgm:prSet/>
      <dgm:spPr/>
      <dgm:t>
        <a:bodyPr/>
        <a:lstStyle/>
        <a:p>
          <a:r>
            <a:rPr lang="en-US"/>
            <a:t>• pgvector enables semantic matching</a:t>
          </a:r>
        </a:p>
      </dgm:t>
    </dgm:pt>
    <dgm:pt modelId="{BBFBDEFC-91AD-4E53-AE93-496DDFE76018}" type="parTrans" cxnId="{D50F3A43-828B-4A0B-AA4A-AEA23A24C927}">
      <dgm:prSet/>
      <dgm:spPr/>
      <dgm:t>
        <a:bodyPr/>
        <a:lstStyle/>
        <a:p>
          <a:endParaRPr lang="en-US"/>
        </a:p>
      </dgm:t>
    </dgm:pt>
    <dgm:pt modelId="{D96341B0-C282-4647-9842-1B074CE10095}" type="sibTrans" cxnId="{D50F3A43-828B-4A0B-AA4A-AEA23A24C927}">
      <dgm:prSet/>
      <dgm:spPr/>
      <dgm:t>
        <a:bodyPr/>
        <a:lstStyle/>
        <a:p>
          <a:endParaRPr lang="en-US"/>
        </a:p>
      </dgm:t>
    </dgm:pt>
    <dgm:pt modelId="{1E48DE80-4185-496C-AFE2-09E9413FAF45}">
      <dgm:prSet/>
      <dgm:spPr/>
      <dgm:t>
        <a:bodyPr/>
        <a:lstStyle/>
        <a:p>
          <a:r>
            <a:rPr lang="en-US"/>
            <a:t>• Integration with uni-assist, APS, DAAD API for verification</a:t>
          </a:r>
        </a:p>
      </dgm:t>
    </dgm:pt>
    <dgm:pt modelId="{A961CDB5-D095-41C6-90B4-1DBA32785563}" type="parTrans" cxnId="{C77D22CF-1954-4CB9-B4D6-157C117726C6}">
      <dgm:prSet/>
      <dgm:spPr/>
      <dgm:t>
        <a:bodyPr/>
        <a:lstStyle/>
        <a:p>
          <a:endParaRPr lang="en-US"/>
        </a:p>
      </dgm:t>
    </dgm:pt>
    <dgm:pt modelId="{0D1AAA11-699E-414D-A9FF-CC5B084F67F6}" type="sibTrans" cxnId="{C77D22CF-1954-4CB9-B4D6-157C117726C6}">
      <dgm:prSet/>
      <dgm:spPr/>
      <dgm:t>
        <a:bodyPr/>
        <a:lstStyle/>
        <a:p>
          <a:endParaRPr lang="en-US"/>
        </a:p>
      </dgm:t>
    </dgm:pt>
    <dgm:pt modelId="{A67AB131-6A4E-4FA9-80BB-4CCBC62B769C}" type="pres">
      <dgm:prSet presAssocID="{533F0911-AD34-4312-9CA5-2F4728718D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C87B04E-DB65-4747-8FF6-61F56C8CC712}" type="pres">
      <dgm:prSet presAssocID="{D108F2CE-C21A-4D39-842F-52CFD184490E}" presName="hierRoot1" presStyleCnt="0"/>
      <dgm:spPr/>
    </dgm:pt>
    <dgm:pt modelId="{37CED7E0-9D2C-433C-A5E5-DC93DEB25453}" type="pres">
      <dgm:prSet presAssocID="{D108F2CE-C21A-4D39-842F-52CFD184490E}" presName="composite" presStyleCnt="0"/>
      <dgm:spPr/>
    </dgm:pt>
    <dgm:pt modelId="{7102F93D-1DEC-4BE6-BF55-561FAF697938}" type="pres">
      <dgm:prSet presAssocID="{D108F2CE-C21A-4D39-842F-52CFD184490E}" presName="background" presStyleLbl="node0" presStyleIdx="0" presStyleCnt="3"/>
      <dgm:spPr/>
    </dgm:pt>
    <dgm:pt modelId="{F6283638-0329-4B74-B1E6-B092DA1912F6}" type="pres">
      <dgm:prSet presAssocID="{D108F2CE-C21A-4D39-842F-52CFD184490E}" presName="text" presStyleLbl="fgAcc0" presStyleIdx="0" presStyleCnt="3">
        <dgm:presLayoutVars>
          <dgm:chPref val="3"/>
        </dgm:presLayoutVars>
      </dgm:prSet>
      <dgm:spPr/>
    </dgm:pt>
    <dgm:pt modelId="{619A6BE9-2B9D-4489-9900-2ACFB0C057F3}" type="pres">
      <dgm:prSet presAssocID="{D108F2CE-C21A-4D39-842F-52CFD184490E}" presName="hierChild2" presStyleCnt="0"/>
      <dgm:spPr/>
    </dgm:pt>
    <dgm:pt modelId="{8E1A67D0-F36E-4577-A211-1B7E3EEFDDA3}" type="pres">
      <dgm:prSet presAssocID="{E682116D-F25B-4765-9C98-500CCB947F21}" presName="hierRoot1" presStyleCnt="0"/>
      <dgm:spPr/>
    </dgm:pt>
    <dgm:pt modelId="{786F916B-7618-472F-A741-32DA65843353}" type="pres">
      <dgm:prSet presAssocID="{E682116D-F25B-4765-9C98-500CCB947F21}" presName="composite" presStyleCnt="0"/>
      <dgm:spPr/>
    </dgm:pt>
    <dgm:pt modelId="{705C7559-AE30-4EA6-9483-0BD73035C062}" type="pres">
      <dgm:prSet presAssocID="{E682116D-F25B-4765-9C98-500CCB947F21}" presName="background" presStyleLbl="node0" presStyleIdx="1" presStyleCnt="3"/>
      <dgm:spPr/>
    </dgm:pt>
    <dgm:pt modelId="{788B9792-E760-4E11-9FFA-B576DEA29D2D}" type="pres">
      <dgm:prSet presAssocID="{E682116D-F25B-4765-9C98-500CCB947F21}" presName="text" presStyleLbl="fgAcc0" presStyleIdx="1" presStyleCnt="3">
        <dgm:presLayoutVars>
          <dgm:chPref val="3"/>
        </dgm:presLayoutVars>
      </dgm:prSet>
      <dgm:spPr/>
    </dgm:pt>
    <dgm:pt modelId="{F08DE0E5-19D7-48AC-8E9A-E8FFAC16C9C2}" type="pres">
      <dgm:prSet presAssocID="{E682116D-F25B-4765-9C98-500CCB947F21}" presName="hierChild2" presStyleCnt="0"/>
      <dgm:spPr/>
    </dgm:pt>
    <dgm:pt modelId="{05CFD955-01DB-42A3-A317-A49994ADE2ED}" type="pres">
      <dgm:prSet presAssocID="{1E48DE80-4185-496C-AFE2-09E9413FAF45}" presName="hierRoot1" presStyleCnt="0"/>
      <dgm:spPr/>
    </dgm:pt>
    <dgm:pt modelId="{B8E436E8-917B-43A2-8682-676BBDFFC7CD}" type="pres">
      <dgm:prSet presAssocID="{1E48DE80-4185-496C-AFE2-09E9413FAF45}" presName="composite" presStyleCnt="0"/>
      <dgm:spPr/>
    </dgm:pt>
    <dgm:pt modelId="{96442B00-B189-469E-88E7-1A582C06C1F1}" type="pres">
      <dgm:prSet presAssocID="{1E48DE80-4185-496C-AFE2-09E9413FAF45}" presName="background" presStyleLbl="node0" presStyleIdx="2" presStyleCnt="3"/>
      <dgm:spPr/>
    </dgm:pt>
    <dgm:pt modelId="{57F04E8C-696F-4C02-A4A9-B1F010467278}" type="pres">
      <dgm:prSet presAssocID="{1E48DE80-4185-496C-AFE2-09E9413FAF45}" presName="text" presStyleLbl="fgAcc0" presStyleIdx="2" presStyleCnt="3">
        <dgm:presLayoutVars>
          <dgm:chPref val="3"/>
        </dgm:presLayoutVars>
      </dgm:prSet>
      <dgm:spPr/>
    </dgm:pt>
    <dgm:pt modelId="{E57B2073-0225-465D-96D9-530C9ED45021}" type="pres">
      <dgm:prSet presAssocID="{1E48DE80-4185-496C-AFE2-09E9413FAF45}" presName="hierChild2" presStyleCnt="0"/>
      <dgm:spPr/>
    </dgm:pt>
  </dgm:ptLst>
  <dgm:cxnLst>
    <dgm:cxn modelId="{8AC8C332-B356-43DC-9691-D83B731A62C0}" type="presOf" srcId="{1E48DE80-4185-496C-AFE2-09E9413FAF45}" destId="{57F04E8C-696F-4C02-A4A9-B1F010467278}" srcOrd="0" destOrd="0" presId="urn:microsoft.com/office/officeart/2005/8/layout/hierarchy1"/>
    <dgm:cxn modelId="{432D8438-1B99-47D4-9C52-DCDE692EA40C}" type="presOf" srcId="{533F0911-AD34-4312-9CA5-2F4728718DF3}" destId="{A67AB131-6A4E-4FA9-80BB-4CCBC62B769C}" srcOrd="0" destOrd="0" presId="urn:microsoft.com/office/officeart/2005/8/layout/hierarchy1"/>
    <dgm:cxn modelId="{70837D41-D8F6-4473-9CD3-D530D531A456}" type="presOf" srcId="{D108F2CE-C21A-4D39-842F-52CFD184490E}" destId="{F6283638-0329-4B74-B1E6-B092DA1912F6}" srcOrd="0" destOrd="0" presId="urn:microsoft.com/office/officeart/2005/8/layout/hierarchy1"/>
    <dgm:cxn modelId="{D50F3A43-828B-4A0B-AA4A-AEA23A24C927}" srcId="{533F0911-AD34-4312-9CA5-2F4728718DF3}" destId="{E682116D-F25B-4765-9C98-500CCB947F21}" srcOrd="1" destOrd="0" parTransId="{BBFBDEFC-91AD-4E53-AE93-496DDFE76018}" sibTransId="{D96341B0-C282-4647-9842-1B074CE10095}"/>
    <dgm:cxn modelId="{D6E42C52-B12A-4235-AFFF-D8BE30FC16DE}" srcId="{533F0911-AD34-4312-9CA5-2F4728718DF3}" destId="{D108F2CE-C21A-4D39-842F-52CFD184490E}" srcOrd="0" destOrd="0" parTransId="{00DE503E-6820-4B52-A044-E47A78C71223}" sibTransId="{6CE058DD-1BD4-4321-BE21-61E133D3F470}"/>
    <dgm:cxn modelId="{429C3D8D-F0E3-423F-AFA9-99A3326FD059}" type="presOf" srcId="{E682116D-F25B-4765-9C98-500CCB947F21}" destId="{788B9792-E760-4E11-9FFA-B576DEA29D2D}" srcOrd="0" destOrd="0" presId="urn:microsoft.com/office/officeart/2005/8/layout/hierarchy1"/>
    <dgm:cxn modelId="{C77D22CF-1954-4CB9-B4D6-157C117726C6}" srcId="{533F0911-AD34-4312-9CA5-2F4728718DF3}" destId="{1E48DE80-4185-496C-AFE2-09E9413FAF45}" srcOrd="2" destOrd="0" parTransId="{A961CDB5-D095-41C6-90B4-1DBA32785563}" sibTransId="{0D1AAA11-699E-414D-A9FF-CC5B084F67F6}"/>
    <dgm:cxn modelId="{DBC81E2E-075A-4303-8940-0192CF317FAB}" type="presParOf" srcId="{A67AB131-6A4E-4FA9-80BB-4CCBC62B769C}" destId="{1C87B04E-DB65-4747-8FF6-61F56C8CC712}" srcOrd="0" destOrd="0" presId="urn:microsoft.com/office/officeart/2005/8/layout/hierarchy1"/>
    <dgm:cxn modelId="{DA926537-07D5-4599-81D1-3CB2FF47E4AD}" type="presParOf" srcId="{1C87B04E-DB65-4747-8FF6-61F56C8CC712}" destId="{37CED7E0-9D2C-433C-A5E5-DC93DEB25453}" srcOrd="0" destOrd="0" presId="urn:microsoft.com/office/officeart/2005/8/layout/hierarchy1"/>
    <dgm:cxn modelId="{D93FF9E6-A30D-4407-9A40-663235DA1547}" type="presParOf" srcId="{37CED7E0-9D2C-433C-A5E5-DC93DEB25453}" destId="{7102F93D-1DEC-4BE6-BF55-561FAF697938}" srcOrd="0" destOrd="0" presId="urn:microsoft.com/office/officeart/2005/8/layout/hierarchy1"/>
    <dgm:cxn modelId="{F52DEA96-339C-480D-B011-E5A7B7267AB9}" type="presParOf" srcId="{37CED7E0-9D2C-433C-A5E5-DC93DEB25453}" destId="{F6283638-0329-4B74-B1E6-B092DA1912F6}" srcOrd="1" destOrd="0" presId="urn:microsoft.com/office/officeart/2005/8/layout/hierarchy1"/>
    <dgm:cxn modelId="{007BF8CE-45B3-44D1-9356-16927D3F660A}" type="presParOf" srcId="{1C87B04E-DB65-4747-8FF6-61F56C8CC712}" destId="{619A6BE9-2B9D-4489-9900-2ACFB0C057F3}" srcOrd="1" destOrd="0" presId="urn:microsoft.com/office/officeart/2005/8/layout/hierarchy1"/>
    <dgm:cxn modelId="{5E0DF6AB-D49B-4317-A7BC-1429B51C3422}" type="presParOf" srcId="{A67AB131-6A4E-4FA9-80BB-4CCBC62B769C}" destId="{8E1A67D0-F36E-4577-A211-1B7E3EEFDDA3}" srcOrd="1" destOrd="0" presId="urn:microsoft.com/office/officeart/2005/8/layout/hierarchy1"/>
    <dgm:cxn modelId="{11A691F2-B34A-4377-8E1F-9D4766E262FD}" type="presParOf" srcId="{8E1A67D0-F36E-4577-A211-1B7E3EEFDDA3}" destId="{786F916B-7618-472F-A741-32DA65843353}" srcOrd="0" destOrd="0" presId="urn:microsoft.com/office/officeart/2005/8/layout/hierarchy1"/>
    <dgm:cxn modelId="{F6120586-5CA0-4701-B949-923611CAF465}" type="presParOf" srcId="{786F916B-7618-472F-A741-32DA65843353}" destId="{705C7559-AE30-4EA6-9483-0BD73035C062}" srcOrd="0" destOrd="0" presId="urn:microsoft.com/office/officeart/2005/8/layout/hierarchy1"/>
    <dgm:cxn modelId="{A05566DD-5662-4DD2-AF47-3D352E0C5EEE}" type="presParOf" srcId="{786F916B-7618-472F-A741-32DA65843353}" destId="{788B9792-E760-4E11-9FFA-B576DEA29D2D}" srcOrd="1" destOrd="0" presId="urn:microsoft.com/office/officeart/2005/8/layout/hierarchy1"/>
    <dgm:cxn modelId="{D3F840C8-4F12-411D-8473-5D22E8AEF6DE}" type="presParOf" srcId="{8E1A67D0-F36E-4577-A211-1B7E3EEFDDA3}" destId="{F08DE0E5-19D7-48AC-8E9A-E8FFAC16C9C2}" srcOrd="1" destOrd="0" presId="urn:microsoft.com/office/officeart/2005/8/layout/hierarchy1"/>
    <dgm:cxn modelId="{876D496A-D9A6-49EA-BF53-E1EB45B80230}" type="presParOf" srcId="{A67AB131-6A4E-4FA9-80BB-4CCBC62B769C}" destId="{05CFD955-01DB-42A3-A317-A49994ADE2ED}" srcOrd="2" destOrd="0" presId="urn:microsoft.com/office/officeart/2005/8/layout/hierarchy1"/>
    <dgm:cxn modelId="{0E337DC8-15B4-4EAC-970F-D254DEC4ACF1}" type="presParOf" srcId="{05CFD955-01DB-42A3-A317-A49994ADE2ED}" destId="{B8E436E8-917B-43A2-8682-676BBDFFC7CD}" srcOrd="0" destOrd="0" presId="urn:microsoft.com/office/officeart/2005/8/layout/hierarchy1"/>
    <dgm:cxn modelId="{DE8C152E-D558-4878-8CF1-34052C7EA8FB}" type="presParOf" srcId="{B8E436E8-917B-43A2-8682-676BBDFFC7CD}" destId="{96442B00-B189-469E-88E7-1A582C06C1F1}" srcOrd="0" destOrd="0" presId="urn:microsoft.com/office/officeart/2005/8/layout/hierarchy1"/>
    <dgm:cxn modelId="{A01D4029-A160-47F0-98F2-E0CA7BFF78E2}" type="presParOf" srcId="{B8E436E8-917B-43A2-8682-676BBDFFC7CD}" destId="{57F04E8C-696F-4C02-A4A9-B1F010467278}" srcOrd="1" destOrd="0" presId="urn:microsoft.com/office/officeart/2005/8/layout/hierarchy1"/>
    <dgm:cxn modelId="{765A6157-ACC5-4E87-B705-3B2B815A2544}" type="presParOf" srcId="{05CFD955-01DB-42A3-A317-A49994ADE2ED}" destId="{E57B2073-0225-465D-96D9-530C9ED4502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B215C0-DF04-45D4-8A84-422EC6C9C01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496812F-E77A-49C7-9B73-5E4A4374D964}">
      <dgm:prSet/>
      <dgm:spPr/>
      <dgm:t>
        <a:bodyPr/>
        <a:lstStyle/>
        <a:p>
          <a:pPr>
            <a:defRPr cap="all"/>
          </a:pPr>
          <a:r>
            <a:rPr lang="en-US"/>
            <a:t>• Built using LangChain &amp; toolkits</a:t>
          </a:r>
        </a:p>
      </dgm:t>
    </dgm:pt>
    <dgm:pt modelId="{102547E9-3793-4809-BD44-FEAD68B73472}" type="parTrans" cxnId="{AD34D1EB-7ACF-4A19-AEF8-54D9295814F1}">
      <dgm:prSet/>
      <dgm:spPr/>
      <dgm:t>
        <a:bodyPr/>
        <a:lstStyle/>
        <a:p>
          <a:endParaRPr lang="en-US"/>
        </a:p>
      </dgm:t>
    </dgm:pt>
    <dgm:pt modelId="{8390E629-225B-4679-9D9C-6A1B6344F2A5}" type="sibTrans" cxnId="{AD34D1EB-7ACF-4A19-AEF8-54D9295814F1}">
      <dgm:prSet/>
      <dgm:spPr/>
      <dgm:t>
        <a:bodyPr/>
        <a:lstStyle/>
        <a:p>
          <a:endParaRPr lang="en-US"/>
        </a:p>
      </dgm:t>
    </dgm:pt>
    <dgm:pt modelId="{C67A8A97-2AED-4F59-83A6-66F0E04588FD}">
      <dgm:prSet/>
      <dgm:spPr/>
      <dgm:t>
        <a:bodyPr/>
        <a:lstStyle/>
        <a:p>
          <a:pPr>
            <a:defRPr cap="all"/>
          </a:pPr>
          <a:r>
            <a:rPr lang="en-US"/>
            <a:t>• AutoGen enables multi-agent conversations</a:t>
          </a:r>
        </a:p>
      </dgm:t>
    </dgm:pt>
    <dgm:pt modelId="{485DF8C9-D04D-427A-BAB1-FF5B7D5A78DF}" type="parTrans" cxnId="{4A34361F-D4B5-445D-8D10-8405AB967408}">
      <dgm:prSet/>
      <dgm:spPr/>
      <dgm:t>
        <a:bodyPr/>
        <a:lstStyle/>
        <a:p>
          <a:endParaRPr lang="en-US"/>
        </a:p>
      </dgm:t>
    </dgm:pt>
    <dgm:pt modelId="{F3A9E4DC-A746-4BA7-BB19-8D365B1F1547}" type="sibTrans" cxnId="{4A34361F-D4B5-445D-8D10-8405AB967408}">
      <dgm:prSet/>
      <dgm:spPr/>
      <dgm:t>
        <a:bodyPr/>
        <a:lstStyle/>
        <a:p>
          <a:endParaRPr lang="en-US"/>
        </a:p>
      </dgm:t>
    </dgm:pt>
    <dgm:pt modelId="{CBBA4378-6653-4DEB-829B-DE1CF64BC18F}">
      <dgm:prSet/>
      <dgm:spPr/>
      <dgm:t>
        <a:bodyPr/>
        <a:lstStyle/>
        <a:p>
          <a:pPr>
            <a:defRPr cap="all"/>
          </a:pPr>
          <a:r>
            <a:rPr lang="en-US"/>
            <a:t>• Example: Eligibility Agent checks GPA &amp; passes valid cases to Recommendation Agent</a:t>
          </a:r>
        </a:p>
      </dgm:t>
    </dgm:pt>
    <dgm:pt modelId="{56AF8397-005E-4DD3-8A3C-0B46B1F7F6CE}" type="parTrans" cxnId="{95C59E7E-1660-43CC-88E5-950239D8042A}">
      <dgm:prSet/>
      <dgm:spPr/>
      <dgm:t>
        <a:bodyPr/>
        <a:lstStyle/>
        <a:p>
          <a:endParaRPr lang="en-US"/>
        </a:p>
      </dgm:t>
    </dgm:pt>
    <dgm:pt modelId="{ABE7C551-E8D0-41FA-9C40-74C2DC2BC0E3}" type="sibTrans" cxnId="{95C59E7E-1660-43CC-88E5-950239D8042A}">
      <dgm:prSet/>
      <dgm:spPr/>
      <dgm:t>
        <a:bodyPr/>
        <a:lstStyle/>
        <a:p>
          <a:endParaRPr lang="en-US"/>
        </a:p>
      </dgm:t>
    </dgm:pt>
    <dgm:pt modelId="{4FEB3591-AA53-401F-8DC3-B113F554478B}" type="pres">
      <dgm:prSet presAssocID="{54B215C0-DF04-45D4-8A84-422EC6C9C01F}" presName="root" presStyleCnt="0">
        <dgm:presLayoutVars>
          <dgm:dir/>
          <dgm:resizeHandles val="exact"/>
        </dgm:presLayoutVars>
      </dgm:prSet>
      <dgm:spPr/>
    </dgm:pt>
    <dgm:pt modelId="{AB07AAA2-7AB5-4710-B6B3-E2727E68AACD}" type="pres">
      <dgm:prSet presAssocID="{F496812F-E77A-49C7-9B73-5E4A4374D964}" presName="compNode" presStyleCnt="0"/>
      <dgm:spPr/>
    </dgm:pt>
    <dgm:pt modelId="{7578084F-C4C2-4A89-ADAC-5F4E19D9558C}" type="pres">
      <dgm:prSet presAssocID="{F496812F-E77A-49C7-9B73-5E4A4374D96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CC3BF95-0B5B-4E2D-BA99-98608C8BF8EF}" type="pres">
      <dgm:prSet presAssocID="{F496812F-E77A-49C7-9B73-5E4A4374D9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F406A7A-B325-45BD-90C5-E3E9B340CE33}" type="pres">
      <dgm:prSet presAssocID="{F496812F-E77A-49C7-9B73-5E4A4374D964}" presName="spaceRect" presStyleCnt="0"/>
      <dgm:spPr/>
    </dgm:pt>
    <dgm:pt modelId="{38F77C9A-687F-41D2-8925-769FC79C622B}" type="pres">
      <dgm:prSet presAssocID="{F496812F-E77A-49C7-9B73-5E4A4374D964}" presName="textRect" presStyleLbl="revTx" presStyleIdx="0" presStyleCnt="3">
        <dgm:presLayoutVars>
          <dgm:chMax val="1"/>
          <dgm:chPref val="1"/>
        </dgm:presLayoutVars>
      </dgm:prSet>
      <dgm:spPr/>
    </dgm:pt>
    <dgm:pt modelId="{A01ED1D4-894C-48E1-93D3-3D2C8F670C12}" type="pres">
      <dgm:prSet presAssocID="{8390E629-225B-4679-9D9C-6A1B6344F2A5}" presName="sibTrans" presStyleCnt="0"/>
      <dgm:spPr/>
    </dgm:pt>
    <dgm:pt modelId="{52249045-BC3C-4D3B-B580-4F6EFA0C4B41}" type="pres">
      <dgm:prSet presAssocID="{C67A8A97-2AED-4F59-83A6-66F0E04588FD}" presName="compNode" presStyleCnt="0"/>
      <dgm:spPr/>
    </dgm:pt>
    <dgm:pt modelId="{78FCE55B-3CDD-4EF3-92AB-98B8E06E7F66}" type="pres">
      <dgm:prSet presAssocID="{C67A8A97-2AED-4F59-83A6-66F0E04588FD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0A7D506-B14B-4BF8-8B9A-D09DBFC02155}" type="pres">
      <dgm:prSet presAssocID="{C67A8A97-2AED-4F59-83A6-66F0E04588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FF0C05F5-02D5-417F-AFA6-249EBAA541A2}" type="pres">
      <dgm:prSet presAssocID="{C67A8A97-2AED-4F59-83A6-66F0E04588FD}" presName="spaceRect" presStyleCnt="0"/>
      <dgm:spPr/>
    </dgm:pt>
    <dgm:pt modelId="{0A0D86F3-26A1-4092-82F0-E3E4A37EB9F2}" type="pres">
      <dgm:prSet presAssocID="{C67A8A97-2AED-4F59-83A6-66F0E04588FD}" presName="textRect" presStyleLbl="revTx" presStyleIdx="1" presStyleCnt="3">
        <dgm:presLayoutVars>
          <dgm:chMax val="1"/>
          <dgm:chPref val="1"/>
        </dgm:presLayoutVars>
      </dgm:prSet>
      <dgm:spPr/>
    </dgm:pt>
    <dgm:pt modelId="{A25D63E2-5BE0-400B-AD1C-3D891D8B5B78}" type="pres">
      <dgm:prSet presAssocID="{F3A9E4DC-A746-4BA7-BB19-8D365B1F1547}" presName="sibTrans" presStyleCnt="0"/>
      <dgm:spPr/>
    </dgm:pt>
    <dgm:pt modelId="{15DFAC69-B217-47EB-9670-764896AFAC78}" type="pres">
      <dgm:prSet presAssocID="{CBBA4378-6653-4DEB-829B-DE1CF64BC18F}" presName="compNode" presStyleCnt="0"/>
      <dgm:spPr/>
    </dgm:pt>
    <dgm:pt modelId="{8F0CEDCE-364F-4158-A156-199ED8E9334A}" type="pres">
      <dgm:prSet presAssocID="{CBBA4378-6653-4DEB-829B-DE1CF64BC18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A705FF6-AC49-475D-8EA4-D19DA1697EFE}" type="pres">
      <dgm:prSet presAssocID="{CBBA4378-6653-4DEB-829B-DE1CF64BC18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82F9E6D6-F648-4D20-B29B-39DFB5A00141}" type="pres">
      <dgm:prSet presAssocID="{CBBA4378-6653-4DEB-829B-DE1CF64BC18F}" presName="spaceRect" presStyleCnt="0"/>
      <dgm:spPr/>
    </dgm:pt>
    <dgm:pt modelId="{4398A7E7-E41F-4663-BD13-896595AC5E3F}" type="pres">
      <dgm:prSet presAssocID="{CBBA4378-6653-4DEB-829B-DE1CF64BC18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A34361F-D4B5-445D-8D10-8405AB967408}" srcId="{54B215C0-DF04-45D4-8A84-422EC6C9C01F}" destId="{C67A8A97-2AED-4F59-83A6-66F0E04588FD}" srcOrd="1" destOrd="0" parTransId="{485DF8C9-D04D-427A-BAB1-FF5B7D5A78DF}" sibTransId="{F3A9E4DC-A746-4BA7-BB19-8D365B1F1547}"/>
    <dgm:cxn modelId="{E9612459-8C5F-4AB0-9D59-9780A7D47DF2}" type="presOf" srcId="{54B215C0-DF04-45D4-8A84-422EC6C9C01F}" destId="{4FEB3591-AA53-401F-8DC3-B113F554478B}" srcOrd="0" destOrd="0" presId="urn:microsoft.com/office/officeart/2018/5/layout/IconLeafLabelList"/>
    <dgm:cxn modelId="{95C59E7E-1660-43CC-88E5-950239D8042A}" srcId="{54B215C0-DF04-45D4-8A84-422EC6C9C01F}" destId="{CBBA4378-6653-4DEB-829B-DE1CF64BC18F}" srcOrd="2" destOrd="0" parTransId="{56AF8397-005E-4DD3-8A3C-0B46B1F7F6CE}" sibTransId="{ABE7C551-E8D0-41FA-9C40-74C2DC2BC0E3}"/>
    <dgm:cxn modelId="{C17DE289-B00F-4BC3-AAE5-731BC1444066}" type="presOf" srcId="{CBBA4378-6653-4DEB-829B-DE1CF64BC18F}" destId="{4398A7E7-E41F-4663-BD13-896595AC5E3F}" srcOrd="0" destOrd="0" presId="urn:microsoft.com/office/officeart/2018/5/layout/IconLeafLabelList"/>
    <dgm:cxn modelId="{75923CC6-A494-4219-ACCA-F978776F43EF}" type="presOf" srcId="{C67A8A97-2AED-4F59-83A6-66F0E04588FD}" destId="{0A0D86F3-26A1-4092-82F0-E3E4A37EB9F2}" srcOrd="0" destOrd="0" presId="urn:microsoft.com/office/officeart/2018/5/layout/IconLeafLabelList"/>
    <dgm:cxn modelId="{AD34D1EB-7ACF-4A19-AEF8-54D9295814F1}" srcId="{54B215C0-DF04-45D4-8A84-422EC6C9C01F}" destId="{F496812F-E77A-49C7-9B73-5E4A4374D964}" srcOrd="0" destOrd="0" parTransId="{102547E9-3793-4809-BD44-FEAD68B73472}" sibTransId="{8390E629-225B-4679-9D9C-6A1B6344F2A5}"/>
    <dgm:cxn modelId="{36BC11FB-2980-46D6-8738-2EAAF277E89E}" type="presOf" srcId="{F496812F-E77A-49C7-9B73-5E4A4374D964}" destId="{38F77C9A-687F-41D2-8925-769FC79C622B}" srcOrd="0" destOrd="0" presId="urn:microsoft.com/office/officeart/2018/5/layout/IconLeafLabelList"/>
    <dgm:cxn modelId="{C02B23A7-4AE1-44E9-A131-E093BD10E60F}" type="presParOf" srcId="{4FEB3591-AA53-401F-8DC3-B113F554478B}" destId="{AB07AAA2-7AB5-4710-B6B3-E2727E68AACD}" srcOrd="0" destOrd="0" presId="urn:microsoft.com/office/officeart/2018/5/layout/IconLeafLabelList"/>
    <dgm:cxn modelId="{8A9EFDD5-50D3-41D8-822E-5F84217B0AB7}" type="presParOf" srcId="{AB07AAA2-7AB5-4710-B6B3-E2727E68AACD}" destId="{7578084F-C4C2-4A89-ADAC-5F4E19D9558C}" srcOrd="0" destOrd="0" presId="urn:microsoft.com/office/officeart/2018/5/layout/IconLeafLabelList"/>
    <dgm:cxn modelId="{A3BB00BE-F690-4609-AA58-4952CF76DA3E}" type="presParOf" srcId="{AB07AAA2-7AB5-4710-B6B3-E2727E68AACD}" destId="{3CC3BF95-0B5B-4E2D-BA99-98608C8BF8EF}" srcOrd="1" destOrd="0" presId="urn:microsoft.com/office/officeart/2018/5/layout/IconLeafLabelList"/>
    <dgm:cxn modelId="{C37FF519-3286-471F-8788-CA89367178CA}" type="presParOf" srcId="{AB07AAA2-7AB5-4710-B6B3-E2727E68AACD}" destId="{2F406A7A-B325-45BD-90C5-E3E9B340CE33}" srcOrd="2" destOrd="0" presId="urn:microsoft.com/office/officeart/2018/5/layout/IconLeafLabelList"/>
    <dgm:cxn modelId="{9D413B5C-B923-4854-B14F-63EBB7BCFE55}" type="presParOf" srcId="{AB07AAA2-7AB5-4710-B6B3-E2727E68AACD}" destId="{38F77C9A-687F-41D2-8925-769FC79C622B}" srcOrd="3" destOrd="0" presId="urn:microsoft.com/office/officeart/2018/5/layout/IconLeafLabelList"/>
    <dgm:cxn modelId="{CAE42A44-2BB1-4E44-9BCB-84C054A3DDC6}" type="presParOf" srcId="{4FEB3591-AA53-401F-8DC3-B113F554478B}" destId="{A01ED1D4-894C-48E1-93D3-3D2C8F670C12}" srcOrd="1" destOrd="0" presId="urn:microsoft.com/office/officeart/2018/5/layout/IconLeafLabelList"/>
    <dgm:cxn modelId="{7DAB5518-66B5-4876-9DD2-9D6216635C20}" type="presParOf" srcId="{4FEB3591-AA53-401F-8DC3-B113F554478B}" destId="{52249045-BC3C-4D3B-B580-4F6EFA0C4B41}" srcOrd="2" destOrd="0" presId="urn:microsoft.com/office/officeart/2018/5/layout/IconLeafLabelList"/>
    <dgm:cxn modelId="{86994C55-FF22-47E1-AF0C-D384324B0EFD}" type="presParOf" srcId="{52249045-BC3C-4D3B-B580-4F6EFA0C4B41}" destId="{78FCE55B-3CDD-4EF3-92AB-98B8E06E7F66}" srcOrd="0" destOrd="0" presId="urn:microsoft.com/office/officeart/2018/5/layout/IconLeafLabelList"/>
    <dgm:cxn modelId="{6DE4CF9A-99A4-42FB-B493-7DD0452FEF6E}" type="presParOf" srcId="{52249045-BC3C-4D3B-B580-4F6EFA0C4B41}" destId="{F0A7D506-B14B-4BF8-8B9A-D09DBFC02155}" srcOrd="1" destOrd="0" presId="urn:microsoft.com/office/officeart/2018/5/layout/IconLeafLabelList"/>
    <dgm:cxn modelId="{4F326137-2410-4E75-9B9A-905C4A3183FA}" type="presParOf" srcId="{52249045-BC3C-4D3B-B580-4F6EFA0C4B41}" destId="{FF0C05F5-02D5-417F-AFA6-249EBAA541A2}" srcOrd="2" destOrd="0" presId="urn:microsoft.com/office/officeart/2018/5/layout/IconLeafLabelList"/>
    <dgm:cxn modelId="{D3569617-DB0A-4AA5-8D99-D1051B29666F}" type="presParOf" srcId="{52249045-BC3C-4D3B-B580-4F6EFA0C4B41}" destId="{0A0D86F3-26A1-4092-82F0-E3E4A37EB9F2}" srcOrd="3" destOrd="0" presId="urn:microsoft.com/office/officeart/2018/5/layout/IconLeafLabelList"/>
    <dgm:cxn modelId="{A4A9FB04-B5CC-48F0-A1A4-A60C1EBC00DD}" type="presParOf" srcId="{4FEB3591-AA53-401F-8DC3-B113F554478B}" destId="{A25D63E2-5BE0-400B-AD1C-3D891D8B5B78}" srcOrd="3" destOrd="0" presId="urn:microsoft.com/office/officeart/2018/5/layout/IconLeafLabelList"/>
    <dgm:cxn modelId="{2E2D72BC-B4EF-4361-9DFD-53E3EB336914}" type="presParOf" srcId="{4FEB3591-AA53-401F-8DC3-B113F554478B}" destId="{15DFAC69-B217-47EB-9670-764896AFAC78}" srcOrd="4" destOrd="0" presId="urn:microsoft.com/office/officeart/2018/5/layout/IconLeafLabelList"/>
    <dgm:cxn modelId="{940930CF-CC88-4BE4-9049-2219F838F892}" type="presParOf" srcId="{15DFAC69-B217-47EB-9670-764896AFAC78}" destId="{8F0CEDCE-364F-4158-A156-199ED8E9334A}" srcOrd="0" destOrd="0" presId="urn:microsoft.com/office/officeart/2018/5/layout/IconLeafLabelList"/>
    <dgm:cxn modelId="{FB1AB7A6-C196-4530-AE76-DCAC97F30FCC}" type="presParOf" srcId="{15DFAC69-B217-47EB-9670-764896AFAC78}" destId="{3A705FF6-AC49-475D-8EA4-D19DA1697EFE}" srcOrd="1" destOrd="0" presId="urn:microsoft.com/office/officeart/2018/5/layout/IconLeafLabelList"/>
    <dgm:cxn modelId="{95893FA3-5A73-4C9A-A9CC-316957C2A155}" type="presParOf" srcId="{15DFAC69-B217-47EB-9670-764896AFAC78}" destId="{82F9E6D6-F648-4D20-B29B-39DFB5A00141}" srcOrd="2" destOrd="0" presId="urn:microsoft.com/office/officeart/2018/5/layout/IconLeafLabelList"/>
    <dgm:cxn modelId="{2DC1996E-36EE-458E-8931-CDF4ED810F81}" type="presParOf" srcId="{15DFAC69-B217-47EB-9670-764896AFAC78}" destId="{4398A7E7-E41F-4663-BD13-896595AC5E3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F7301C-419E-443D-B7D4-CB7739AA99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8F5312-428A-4649-8EB9-365879B27F1E}">
      <dgm:prSet/>
      <dgm:spPr/>
      <dgm:t>
        <a:bodyPr/>
        <a:lstStyle/>
        <a:p>
          <a:r>
            <a:rPr lang="en-US"/>
            <a:t>• Google Sheets integration logs interactions</a:t>
          </a:r>
        </a:p>
      </dgm:t>
    </dgm:pt>
    <dgm:pt modelId="{E6FA7840-45F3-4220-A78D-4F4A66CA211B}" type="parTrans" cxnId="{932B5D77-F332-4F45-AEAF-7AD3B2B0DEE5}">
      <dgm:prSet/>
      <dgm:spPr/>
      <dgm:t>
        <a:bodyPr/>
        <a:lstStyle/>
        <a:p>
          <a:endParaRPr lang="en-US"/>
        </a:p>
      </dgm:t>
    </dgm:pt>
    <dgm:pt modelId="{49A93FC0-0770-4AD9-8F0F-415617B23AEC}" type="sibTrans" cxnId="{932B5D77-F332-4F45-AEAF-7AD3B2B0DEE5}">
      <dgm:prSet/>
      <dgm:spPr/>
      <dgm:t>
        <a:bodyPr/>
        <a:lstStyle/>
        <a:p>
          <a:endParaRPr lang="en-US"/>
        </a:p>
      </dgm:t>
    </dgm:pt>
    <dgm:pt modelId="{BF8C85ED-1FBA-4BE7-AF59-3EBBBC5A145F}">
      <dgm:prSet/>
      <dgm:spPr/>
      <dgm:t>
        <a:bodyPr/>
        <a:lstStyle/>
        <a:p>
          <a:r>
            <a:rPr lang="en-US"/>
            <a:t>• Automated emails via Gmail for confirmations &amp; alerts</a:t>
          </a:r>
        </a:p>
      </dgm:t>
    </dgm:pt>
    <dgm:pt modelId="{A8BDED83-DFFC-4C67-85AC-157C181BA39C}" type="parTrans" cxnId="{F00824E4-FDD1-48BC-864E-670CA76D87B8}">
      <dgm:prSet/>
      <dgm:spPr/>
      <dgm:t>
        <a:bodyPr/>
        <a:lstStyle/>
        <a:p>
          <a:endParaRPr lang="en-US"/>
        </a:p>
      </dgm:t>
    </dgm:pt>
    <dgm:pt modelId="{5ACE8AF2-776F-49BB-B290-DDA567180BA3}" type="sibTrans" cxnId="{F00824E4-FDD1-48BC-864E-670CA76D87B8}">
      <dgm:prSet/>
      <dgm:spPr/>
      <dgm:t>
        <a:bodyPr/>
        <a:lstStyle/>
        <a:p>
          <a:endParaRPr lang="en-US"/>
        </a:p>
      </dgm:t>
    </dgm:pt>
    <dgm:pt modelId="{DAF1AB2F-4235-41F4-AF96-E4CA2D802278}">
      <dgm:prSet/>
      <dgm:spPr/>
      <dgm:t>
        <a:bodyPr/>
        <a:lstStyle/>
        <a:p>
          <a:r>
            <a:rPr lang="en-US"/>
            <a:t>• Reduces manual tasks, enhances user experience</a:t>
          </a:r>
        </a:p>
      </dgm:t>
    </dgm:pt>
    <dgm:pt modelId="{B5ACE017-B17E-438C-BEF1-A20B47C437D2}" type="parTrans" cxnId="{E4ECCCE9-AAC3-46A5-B165-65938E550649}">
      <dgm:prSet/>
      <dgm:spPr/>
      <dgm:t>
        <a:bodyPr/>
        <a:lstStyle/>
        <a:p>
          <a:endParaRPr lang="en-US"/>
        </a:p>
      </dgm:t>
    </dgm:pt>
    <dgm:pt modelId="{A00E1700-597C-4E91-A2D3-C41AB93A063C}" type="sibTrans" cxnId="{E4ECCCE9-AAC3-46A5-B165-65938E550649}">
      <dgm:prSet/>
      <dgm:spPr/>
      <dgm:t>
        <a:bodyPr/>
        <a:lstStyle/>
        <a:p>
          <a:endParaRPr lang="en-US"/>
        </a:p>
      </dgm:t>
    </dgm:pt>
    <dgm:pt modelId="{417C54C2-AD22-43AC-90E7-7C54EAF33F4E}" type="pres">
      <dgm:prSet presAssocID="{6CF7301C-419E-443D-B7D4-CB7739AA999E}" presName="root" presStyleCnt="0">
        <dgm:presLayoutVars>
          <dgm:dir/>
          <dgm:resizeHandles val="exact"/>
        </dgm:presLayoutVars>
      </dgm:prSet>
      <dgm:spPr/>
    </dgm:pt>
    <dgm:pt modelId="{EBEBBF81-1E65-4E5E-84FF-B9265F37CAE6}" type="pres">
      <dgm:prSet presAssocID="{128F5312-428A-4649-8EB9-365879B27F1E}" presName="compNode" presStyleCnt="0"/>
      <dgm:spPr/>
    </dgm:pt>
    <dgm:pt modelId="{E8F9BEEA-0370-463A-9F69-5A5EF5729E3C}" type="pres">
      <dgm:prSet presAssocID="{128F5312-428A-4649-8EB9-365879B27F1E}" presName="bgRect" presStyleLbl="bgShp" presStyleIdx="0" presStyleCnt="3"/>
      <dgm:spPr/>
    </dgm:pt>
    <dgm:pt modelId="{5395C4C8-7FC9-4409-BD3E-68272E7FBDC6}" type="pres">
      <dgm:prSet presAssocID="{128F5312-428A-4649-8EB9-365879B27F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9EC3588-3D44-4988-8E0D-318B53241252}" type="pres">
      <dgm:prSet presAssocID="{128F5312-428A-4649-8EB9-365879B27F1E}" presName="spaceRect" presStyleCnt="0"/>
      <dgm:spPr/>
    </dgm:pt>
    <dgm:pt modelId="{EDF994D1-41C0-4D00-8EE3-567A2EA4ED8F}" type="pres">
      <dgm:prSet presAssocID="{128F5312-428A-4649-8EB9-365879B27F1E}" presName="parTx" presStyleLbl="revTx" presStyleIdx="0" presStyleCnt="3">
        <dgm:presLayoutVars>
          <dgm:chMax val="0"/>
          <dgm:chPref val="0"/>
        </dgm:presLayoutVars>
      </dgm:prSet>
      <dgm:spPr/>
    </dgm:pt>
    <dgm:pt modelId="{DF112A36-98C2-46B2-8FC0-7362D10A541C}" type="pres">
      <dgm:prSet presAssocID="{49A93FC0-0770-4AD9-8F0F-415617B23AEC}" presName="sibTrans" presStyleCnt="0"/>
      <dgm:spPr/>
    </dgm:pt>
    <dgm:pt modelId="{B746863E-98DD-402E-B22A-8E1FABB7B9E5}" type="pres">
      <dgm:prSet presAssocID="{BF8C85ED-1FBA-4BE7-AF59-3EBBBC5A145F}" presName="compNode" presStyleCnt="0"/>
      <dgm:spPr/>
    </dgm:pt>
    <dgm:pt modelId="{D459B72E-8540-470F-AD12-BDD3D9DD1819}" type="pres">
      <dgm:prSet presAssocID="{BF8C85ED-1FBA-4BE7-AF59-3EBBBC5A145F}" presName="bgRect" presStyleLbl="bgShp" presStyleIdx="1" presStyleCnt="3"/>
      <dgm:spPr/>
    </dgm:pt>
    <dgm:pt modelId="{6F0C4B82-60E3-4539-B8C2-DC1572552D49}" type="pres">
      <dgm:prSet presAssocID="{BF8C85ED-1FBA-4BE7-AF59-3EBBBC5A14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C2BBA769-92C4-4A6B-9121-45EAE0C97237}" type="pres">
      <dgm:prSet presAssocID="{BF8C85ED-1FBA-4BE7-AF59-3EBBBC5A145F}" presName="spaceRect" presStyleCnt="0"/>
      <dgm:spPr/>
    </dgm:pt>
    <dgm:pt modelId="{6FBB7AEB-8E22-4FB8-A879-17F0D42E11B3}" type="pres">
      <dgm:prSet presAssocID="{BF8C85ED-1FBA-4BE7-AF59-3EBBBC5A145F}" presName="parTx" presStyleLbl="revTx" presStyleIdx="1" presStyleCnt="3">
        <dgm:presLayoutVars>
          <dgm:chMax val="0"/>
          <dgm:chPref val="0"/>
        </dgm:presLayoutVars>
      </dgm:prSet>
      <dgm:spPr/>
    </dgm:pt>
    <dgm:pt modelId="{94CE543E-3E7A-4DA2-8456-8F6E8E135FB2}" type="pres">
      <dgm:prSet presAssocID="{5ACE8AF2-776F-49BB-B290-DDA567180BA3}" presName="sibTrans" presStyleCnt="0"/>
      <dgm:spPr/>
    </dgm:pt>
    <dgm:pt modelId="{93A208B6-19F6-4F00-96D5-482CE30A1244}" type="pres">
      <dgm:prSet presAssocID="{DAF1AB2F-4235-41F4-AF96-E4CA2D802278}" presName="compNode" presStyleCnt="0"/>
      <dgm:spPr/>
    </dgm:pt>
    <dgm:pt modelId="{42DEE588-F71B-4FC6-97D8-9464FD6219E5}" type="pres">
      <dgm:prSet presAssocID="{DAF1AB2F-4235-41F4-AF96-E4CA2D802278}" presName="bgRect" presStyleLbl="bgShp" presStyleIdx="2" presStyleCnt="3"/>
      <dgm:spPr/>
    </dgm:pt>
    <dgm:pt modelId="{7DD29318-4A4E-41B0-BD0C-F7272F14C880}" type="pres">
      <dgm:prSet presAssocID="{DAF1AB2F-4235-41F4-AF96-E4CA2D80227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6E0F3F0-EF8F-4F52-944F-555AE40D25FC}" type="pres">
      <dgm:prSet presAssocID="{DAF1AB2F-4235-41F4-AF96-E4CA2D802278}" presName="spaceRect" presStyleCnt="0"/>
      <dgm:spPr/>
    </dgm:pt>
    <dgm:pt modelId="{12B22D46-8A86-4CF5-A207-45F9199C1605}" type="pres">
      <dgm:prSet presAssocID="{DAF1AB2F-4235-41F4-AF96-E4CA2D80227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AB9209-553B-4B6D-9EEA-87E1C078ADA3}" type="presOf" srcId="{DAF1AB2F-4235-41F4-AF96-E4CA2D802278}" destId="{12B22D46-8A86-4CF5-A207-45F9199C1605}" srcOrd="0" destOrd="0" presId="urn:microsoft.com/office/officeart/2018/2/layout/IconVerticalSolidList"/>
    <dgm:cxn modelId="{08100837-58C0-4B3E-8C9F-DE5D5B749F62}" type="presOf" srcId="{128F5312-428A-4649-8EB9-365879B27F1E}" destId="{EDF994D1-41C0-4D00-8EE3-567A2EA4ED8F}" srcOrd="0" destOrd="0" presId="urn:microsoft.com/office/officeart/2018/2/layout/IconVerticalSolidList"/>
    <dgm:cxn modelId="{C5E99B42-7A24-4781-AF2F-FCDE0A9BD2DA}" type="presOf" srcId="{6CF7301C-419E-443D-B7D4-CB7739AA999E}" destId="{417C54C2-AD22-43AC-90E7-7C54EAF33F4E}" srcOrd="0" destOrd="0" presId="urn:microsoft.com/office/officeart/2018/2/layout/IconVerticalSolidList"/>
    <dgm:cxn modelId="{932B5D77-F332-4F45-AEAF-7AD3B2B0DEE5}" srcId="{6CF7301C-419E-443D-B7D4-CB7739AA999E}" destId="{128F5312-428A-4649-8EB9-365879B27F1E}" srcOrd="0" destOrd="0" parTransId="{E6FA7840-45F3-4220-A78D-4F4A66CA211B}" sibTransId="{49A93FC0-0770-4AD9-8F0F-415617B23AEC}"/>
    <dgm:cxn modelId="{F00824E4-FDD1-48BC-864E-670CA76D87B8}" srcId="{6CF7301C-419E-443D-B7D4-CB7739AA999E}" destId="{BF8C85ED-1FBA-4BE7-AF59-3EBBBC5A145F}" srcOrd="1" destOrd="0" parTransId="{A8BDED83-DFFC-4C67-85AC-157C181BA39C}" sibTransId="{5ACE8AF2-776F-49BB-B290-DDA567180BA3}"/>
    <dgm:cxn modelId="{E4ECCCE9-AAC3-46A5-B165-65938E550649}" srcId="{6CF7301C-419E-443D-B7D4-CB7739AA999E}" destId="{DAF1AB2F-4235-41F4-AF96-E4CA2D802278}" srcOrd="2" destOrd="0" parTransId="{B5ACE017-B17E-438C-BEF1-A20B47C437D2}" sibTransId="{A00E1700-597C-4E91-A2D3-C41AB93A063C}"/>
    <dgm:cxn modelId="{2F6237F5-2BA6-4B7D-BD15-F110B9080D68}" type="presOf" srcId="{BF8C85ED-1FBA-4BE7-AF59-3EBBBC5A145F}" destId="{6FBB7AEB-8E22-4FB8-A879-17F0D42E11B3}" srcOrd="0" destOrd="0" presId="urn:microsoft.com/office/officeart/2018/2/layout/IconVerticalSolidList"/>
    <dgm:cxn modelId="{2566DC81-872E-4E29-AE0F-6CA14D68DFAB}" type="presParOf" srcId="{417C54C2-AD22-43AC-90E7-7C54EAF33F4E}" destId="{EBEBBF81-1E65-4E5E-84FF-B9265F37CAE6}" srcOrd="0" destOrd="0" presId="urn:microsoft.com/office/officeart/2018/2/layout/IconVerticalSolidList"/>
    <dgm:cxn modelId="{BDAE1155-2BF8-4311-80F3-AAD92385E721}" type="presParOf" srcId="{EBEBBF81-1E65-4E5E-84FF-B9265F37CAE6}" destId="{E8F9BEEA-0370-463A-9F69-5A5EF5729E3C}" srcOrd="0" destOrd="0" presId="urn:microsoft.com/office/officeart/2018/2/layout/IconVerticalSolidList"/>
    <dgm:cxn modelId="{656E89B2-9636-4E15-9FAE-CB917FCD6B66}" type="presParOf" srcId="{EBEBBF81-1E65-4E5E-84FF-B9265F37CAE6}" destId="{5395C4C8-7FC9-4409-BD3E-68272E7FBDC6}" srcOrd="1" destOrd="0" presId="urn:microsoft.com/office/officeart/2018/2/layout/IconVerticalSolidList"/>
    <dgm:cxn modelId="{E1BF16E0-02F8-49ED-A883-89357FC495DB}" type="presParOf" srcId="{EBEBBF81-1E65-4E5E-84FF-B9265F37CAE6}" destId="{59EC3588-3D44-4988-8E0D-318B53241252}" srcOrd="2" destOrd="0" presId="urn:microsoft.com/office/officeart/2018/2/layout/IconVerticalSolidList"/>
    <dgm:cxn modelId="{73E2C09A-D4C4-4773-8599-EFD081C7A737}" type="presParOf" srcId="{EBEBBF81-1E65-4E5E-84FF-B9265F37CAE6}" destId="{EDF994D1-41C0-4D00-8EE3-567A2EA4ED8F}" srcOrd="3" destOrd="0" presId="urn:microsoft.com/office/officeart/2018/2/layout/IconVerticalSolidList"/>
    <dgm:cxn modelId="{CAD6D49D-C553-47A7-82FC-2AE47385283E}" type="presParOf" srcId="{417C54C2-AD22-43AC-90E7-7C54EAF33F4E}" destId="{DF112A36-98C2-46B2-8FC0-7362D10A541C}" srcOrd="1" destOrd="0" presId="urn:microsoft.com/office/officeart/2018/2/layout/IconVerticalSolidList"/>
    <dgm:cxn modelId="{36BA0889-CA9F-4447-A0F3-215CE457E758}" type="presParOf" srcId="{417C54C2-AD22-43AC-90E7-7C54EAF33F4E}" destId="{B746863E-98DD-402E-B22A-8E1FABB7B9E5}" srcOrd="2" destOrd="0" presId="urn:microsoft.com/office/officeart/2018/2/layout/IconVerticalSolidList"/>
    <dgm:cxn modelId="{768E9D33-89F2-4A2A-866B-5257578B594A}" type="presParOf" srcId="{B746863E-98DD-402E-B22A-8E1FABB7B9E5}" destId="{D459B72E-8540-470F-AD12-BDD3D9DD1819}" srcOrd="0" destOrd="0" presId="urn:microsoft.com/office/officeart/2018/2/layout/IconVerticalSolidList"/>
    <dgm:cxn modelId="{F2EEA3BA-8E0A-47EB-981E-5AECFA88E9E3}" type="presParOf" srcId="{B746863E-98DD-402E-B22A-8E1FABB7B9E5}" destId="{6F0C4B82-60E3-4539-B8C2-DC1572552D49}" srcOrd="1" destOrd="0" presId="urn:microsoft.com/office/officeart/2018/2/layout/IconVerticalSolidList"/>
    <dgm:cxn modelId="{03533C32-0CF7-48A8-869F-94087CFF2573}" type="presParOf" srcId="{B746863E-98DD-402E-B22A-8E1FABB7B9E5}" destId="{C2BBA769-92C4-4A6B-9121-45EAE0C97237}" srcOrd="2" destOrd="0" presId="urn:microsoft.com/office/officeart/2018/2/layout/IconVerticalSolidList"/>
    <dgm:cxn modelId="{938FCB22-7C51-4815-B1CD-DE291555926D}" type="presParOf" srcId="{B746863E-98DD-402E-B22A-8E1FABB7B9E5}" destId="{6FBB7AEB-8E22-4FB8-A879-17F0D42E11B3}" srcOrd="3" destOrd="0" presId="urn:microsoft.com/office/officeart/2018/2/layout/IconVerticalSolidList"/>
    <dgm:cxn modelId="{125664F0-05F4-456A-95DD-8082BF6E1539}" type="presParOf" srcId="{417C54C2-AD22-43AC-90E7-7C54EAF33F4E}" destId="{94CE543E-3E7A-4DA2-8456-8F6E8E135FB2}" srcOrd="3" destOrd="0" presId="urn:microsoft.com/office/officeart/2018/2/layout/IconVerticalSolidList"/>
    <dgm:cxn modelId="{FDF26517-CD5D-4EDD-8B5B-90AD2AC3245F}" type="presParOf" srcId="{417C54C2-AD22-43AC-90E7-7C54EAF33F4E}" destId="{93A208B6-19F6-4F00-96D5-482CE30A1244}" srcOrd="4" destOrd="0" presId="urn:microsoft.com/office/officeart/2018/2/layout/IconVerticalSolidList"/>
    <dgm:cxn modelId="{1531DB2D-2A9B-443E-BF2D-EE99E5F7E3B2}" type="presParOf" srcId="{93A208B6-19F6-4F00-96D5-482CE30A1244}" destId="{42DEE588-F71B-4FC6-97D8-9464FD6219E5}" srcOrd="0" destOrd="0" presId="urn:microsoft.com/office/officeart/2018/2/layout/IconVerticalSolidList"/>
    <dgm:cxn modelId="{2D39C05D-80CC-4882-8EF1-52C7D69B8D2A}" type="presParOf" srcId="{93A208B6-19F6-4F00-96D5-482CE30A1244}" destId="{7DD29318-4A4E-41B0-BD0C-F7272F14C880}" srcOrd="1" destOrd="0" presId="urn:microsoft.com/office/officeart/2018/2/layout/IconVerticalSolidList"/>
    <dgm:cxn modelId="{C348511F-9A1E-461C-B2D8-937ACA4088C4}" type="presParOf" srcId="{93A208B6-19F6-4F00-96D5-482CE30A1244}" destId="{E6E0F3F0-EF8F-4F52-944F-555AE40D25FC}" srcOrd="2" destOrd="0" presId="urn:microsoft.com/office/officeart/2018/2/layout/IconVerticalSolidList"/>
    <dgm:cxn modelId="{A44FB91E-FBDF-40D3-96F7-2BF078A0EE95}" type="presParOf" srcId="{93A208B6-19F6-4F00-96D5-482CE30A1244}" destId="{12B22D46-8A86-4CF5-A207-45F9199C16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A12C0EB-0548-4CCA-8CAC-50761A2B942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B23CAD5-D1D6-4DD9-BD08-D2F8236CEC4A}">
      <dgm:prSet/>
      <dgm:spPr/>
      <dgm:t>
        <a:bodyPr/>
        <a:lstStyle/>
        <a:p>
          <a:r>
            <a:rPr lang="en-US"/>
            <a:t>• Unit &amp; integration testing using pytest</a:t>
          </a:r>
        </a:p>
      </dgm:t>
    </dgm:pt>
    <dgm:pt modelId="{DF1A5CF5-FAB9-4BC8-B60F-4099DCC73674}" type="parTrans" cxnId="{ABC34D76-E459-4CDB-B8C3-7F91C4A01947}">
      <dgm:prSet/>
      <dgm:spPr/>
      <dgm:t>
        <a:bodyPr/>
        <a:lstStyle/>
        <a:p>
          <a:endParaRPr lang="en-US"/>
        </a:p>
      </dgm:t>
    </dgm:pt>
    <dgm:pt modelId="{E5E245C5-6B21-44F8-86D1-CAC2C19BC396}" type="sibTrans" cxnId="{ABC34D76-E459-4CDB-B8C3-7F91C4A01947}">
      <dgm:prSet/>
      <dgm:spPr/>
      <dgm:t>
        <a:bodyPr/>
        <a:lstStyle/>
        <a:p>
          <a:endParaRPr lang="en-US"/>
        </a:p>
      </dgm:t>
    </dgm:pt>
    <dgm:pt modelId="{FDCDC884-8A09-4AF3-83BD-291287750756}">
      <dgm:prSet/>
      <dgm:spPr/>
      <dgm:t>
        <a:bodyPr/>
        <a:lstStyle/>
        <a:p>
          <a:r>
            <a:rPr lang="en-US"/>
            <a:t>• Load testing for 1000 concurrent users</a:t>
          </a:r>
        </a:p>
      </dgm:t>
    </dgm:pt>
    <dgm:pt modelId="{508E0F5A-D1AB-416B-961A-1CC7500B18D6}" type="parTrans" cxnId="{8F22214F-F143-42E2-9615-32FCD6F5B455}">
      <dgm:prSet/>
      <dgm:spPr/>
      <dgm:t>
        <a:bodyPr/>
        <a:lstStyle/>
        <a:p>
          <a:endParaRPr lang="en-US"/>
        </a:p>
      </dgm:t>
    </dgm:pt>
    <dgm:pt modelId="{B4EFDD95-2397-4B63-ACBE-70546361DEC6}" type="sibTrans" cxnId="{8F22214F-F143-42E2-9615-32FCD6F5B455}">
      <dgm:prSet/>
      <dgm:spPr/>
      <dgm:t>
        <a:bodyPr/>
        <a:lstStyle/>
        <a:p>
          <a:endParaRPr lang="en-US"/>
        </a:p>
      </dgm:t>
    </dgm:pt>
    <dgm:pt modelId="{E468BEF2-AE70-4EE2-B945-B6037E3686A3}">
      <dgm:prSet/>
      <dgm:spPr/>
      <dgm:t>
        <a:bodyPr/>
        <a:lstStyle/>
        <a:p>
          <a:r>
            <a:rPr lang="en-US"/>
            <a:t>• AES-256 encryption &amp; GDPR compliance</a:t>
          </a:r>
        </a:p>
      </dgm:t>
    </dgm:pt>
    <dgm:pt modelId="{8526044F-BC84-4E94-B9BB-1943774BE0E3}" type="parTrans" cxnId="{7850B817-83E9-4DA0-8BA3-3D62837125AC}">
      <dgm:prSet/>
      <dgm:spPr/>
      <dgm:t>
        <a:bodyPr/>
        <a:lstStyle/>
        <a:p>
          <a:endParaRPr lang="en-US"/>
        </a:p>
      </dgm:t>
    </dgm:pt>
    <dgm:pt modelId="{6363D17F-4967-45DA-95F3-2E1087375AAB}" type="sibTrans" cxnId="{7850B817-83E9-4DA0-8BA3-3D62837125AC}">
      <dgm:prSet/>
      <dgm:spPr/>
      <dgm:t>
        <a:bodyPr/>
        <a:lstStyle/>
        <a:p>
          <a:endParaRPr lang="en-US"/>
        </a:p>
      </dgm:t>
    </dgm:pt>
    <dgm:pt modelId="{3B0AAE1F-55BF-4B98-B900-30B9D10E7706}" type="pres">
      <dgm:prSet presAssocID="{BA12C0EB-0548-4CCA-8CAC-50761A2B9427}" presName="root" presStyleCnt="0">
        <dgm:presLayoutVars>
          <dgm:dir/>
          <dgm:resizeHandles val="exact"/>
        </dgm:presLayoutVars>
      </dgm:prSet>
      <dgm:spPr/>
    </dgm:pt>
    <dgm:pt modelId="{C35A4761-5C27-4289-9BBC-FF6D8FB4FD0C}" type="pres">
      <dgm:prSet presAssocID="{8B23CAD5-D1D6-4DD9-BD08-D2F8236CEC4A}" presName="compNode" presStyleCnt="0"/>
      <dgm:spPr/>
    </dgm:pt>
    <dgm:pt modelId="{38B3F805-CBA0-4130-A6F4-D955F83431F7}" type="pres">
      <dgm:prSet presAssocID="{8B23CAD5-D1D6-4DD9-BD08-D2F8236CEC4A}" presName="bgRect" presStyleLbl="bgShp" presStyleIdx="0" presStyleCnt="3"/>
      <dgm:spPr/>
    </dgm:pt>
    <dgm:pt modelId="{8A21E450-0C0A-4858-8402-5353461CDA1E}" type="pres">
      <dgm:prSet presAssocID="{8B23CAD5-D1D6-4DD9-BD08-D2F8236CEC4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848ED32B-0BB3-43A3-BA53-C4851F402EA8}" type="pres">
      <dgm:prSet presAssocID="{8B23CAD5-D1D6-4DD9-BD08-D2F8236CEC4A}" presName="spaceRect" presStyleCnt="0"/>
      <dgm:spPr/>
    </dgm:pt>
    <dgm:pt modelId="{DD732EE6-2A96-4B6B-B871-5BE27EFEE6E9}" type="pres">
      <dgm:prSet presAssocID="{8B23CAD5-D1D6-4DD9-BD08-D2F8236CEC4A}" presName="parTx" presStyleLbl="revTx" presStyleIdx="0" presStyleCnt="3">
        <dgm:presLayoutVars>
          <dgm:chMax val="0"/>
          <dgm:chPref val="0"/>
        </dgm:presLayoutVars>
      </dgm:prSet>
      <dgm:spPr/>
    </dgm:pt>
    <dgm:pt modelId="{6D1D28C3-2B51-4B4A-BF1C-194FE58DE5B3}" type="pres">
      <dgm:prSet presAssocID="{E5E245C5-6B21-44F8-86D1-CAC2C19BC396}" presName="sibTrans" presStyleCnt="0"/>
      <dgm:spPr/>
    </dgm:pt>
    <dgm:pt modelId="{3DB616FF-7E96-4D52-8050-9055D6994BC0}" type="pres">
      <dgm:prSet presAssocID="{FDCDC884-8A09-4AF3-83BD-291287750756}" presName="compNode" presStyleCnt="0"/>
      <dgm:spPr/>
    </dgm:pt>
    <dgm:pt modelId="{7A4A02ED-294A-457C-8872-7E99E4B60217}" type="pres">
      <dgm:prSet presAssocID="{FDCDC884-8A09-4AF3-83BD-291287750756}" presName="bgRect" presStyleLbl="bgShp" presStyleIdx="1" presStyleCnt="3"/>
      <dgm:spPr/>
    </dgm:pt>
    <dgm:pt modelId="{BA2136D9-5221-42F5-A278-4A2F1CCB4B7A}" type="pres">
      <dgm:prSet presAssocID="{FDCDC884-8A09-4AF3-83BD-29128775075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29D0AC9-6BEF-43E5-91CA-2F71D7F77FA9}" type="pres">
      <dgm:prSet presAssocID="{FDCDC884-8A09-4AF3-83BD-291287750756}" presName="spaceRect" presStyleCnt="0"/>
      <dgm:spPr/>
    </dgm:pt>
    <dgm:pt modelId="{3D929710-DC9A-457E-B5D0-B54C40F12AE2}" type="pres">
      <dgm:prSet presAssocID="{FDCDC884-8A09-4AF3-83BD-291287750756}" presName="parTx" presStyleLbl="revTx" presStyleIdx="1" presStyleCnt="3">
        <dgm:presLayoutVars>
          <dgm:chMax val="0"/>
          <dgm:chPref val="0"/>
        </dgm:presLayoutVars>
      </dgm:prSet>
      <dgm:spPr/>
    </dgm:pt>
    <dgm:pt modelId="{805B3934-F678-4E69-AEC0-A5F88408315D}" type="pres">
      <dgm:prSet presAssocID="{B4EFDD95-2397-4B63-ACBE-70546361DEC6}" presName="sibTrans" presStyleCnt="0"/>
      <dgm:spPr/>
    </dgm:pt>
    <dgm:pt modelId="{64493062-86D8-43E1-AF68-BFEC20B3A970}" type="pres">
      <dgm:prSet presAssocID="{E468BEF2-AE70-4EE2-B945-B6037E3686A3}" presName="compNode" presStyleCnt="0"/>
      <dgm:spPr/>
    </dgm:pt>
    <dgm:pt modelId="{30A2A36B-7856-4D65-BC93-57D1DFD3F0E3}" type="pres">
      <dgm:prSet presAssocID="{E468BEF2-AE70-4EE2-B945-B6037E3686A3}" presName="bgRect" presStyleLbl="bgShp" presStyleIdx="2" presStyleCnt="3"/>
      <dgm:spPr/>
    </dgm:pt>
    <dgm:pt modelId="{AF921800-893D-4D8F-A260-9B406B0B072F}" type="pres">
      <dgm:prSet presAssocID="{E468BEF2-AE70-4EE2-B945-B6037E3686A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CA5256A-2E9E-46DC-AB58-BE9E21775D26}" type="pres">
      <dgm:prSet presAssocID="{E468BEF2-AE70-4EE2-B945-B6037E3686A3}" presName="spaceRect" presStyleCnt="0"/>
      <dgm:spPr/>
    </dgm:pt>
    <dgm:pt modelId="{E63D0180-9C16-4458-8829-69E7F44226FC}" type="pres">
      <dgm:prSet presAssocID="{E468BEF2-AE70-4EE2-B945-B6037E3686A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948020C-315E-4573-AB3A-CB579A72ADAA}" type="presOf" srcId="{BA12C0EB-0548-4CCA-8CAC-50761A2B9427}" destId="{3B0AAE1F-55BF-4B98-B900-30B9D10E7706}" srcOrd="0" destOrd="0" presId="urn:microsoft.com/office/officeart/2018/2/layout/IconVerticalSolidList"/>
    <dgm:cxn modelId="{7850B817-83E9-4DA0-8BA3-3D62837125AC}" srcId="{BA12C0EB-0548-4CCA-8CAC-50761A2B9427}" destId="{E468BEF2-AE70-4EE2-B945-B6037E3686A3}" srcOrd="2" destOrd="0" parTransId="{8526044F-BC84-4E94-B9BB-1943774BE0E3}" sibTransId="{6363D17F-4967-45DA-95F3-2E1087375AAB}"/>
    <dgm:cxn modelId="{F168E62B-97CD-4B38-B871-69D71D9A26DC}" type="presOf" srcId="{FDCDC884-8A09-4AF3-83BD-291287750756}" destId="{3D929710-DC9A-457E-B5D0-B54C40F12AE2}" srcOrd="0" destOrd="0" presId="urn:microsoft.com/office/officeart/2018/2/layout/IconVerticalSolidList"/>
    <dgm:cxn modelId="{8F22214F-F143-42E2-9615-32FCD6F5B455}" srcId="{BA12C0EB-0548-4CCA-8CAC-50761A2B9427}" destId="{FDCDC884-8A09-4AF3-83BD-291287750756}" srcOrd="1" destOrd="0" parTransId="{508E0F5A-D1AB-416B-961A-1CC7500B18D6}" sibTransId="{B4EFDD95-2397-4B63-ACBE-70546361DEC6}"/>
    <dgm:cxn modelId="{ABC34D76-E459-4CDB-B8C3-7F91C4A01947}" srcId="{BA12C0EB-0548-4CCA-8CAC-50761A2B9427}" destId="{8B23CAD5-D1D6-4DD9-BD08-D2F8236CEC4A}" srcOrd="0" destOrd="0" parTransId="{DF1A5CF5-FAB9-4BC8-B60F-4099DCC73674}" sibTransId="{E5E245C5-6B21-44F8-86D1-CAC2C19BC396}"/>
    <dgm:cxn modelId="{2C068D9D-972C-4D5F-82BB-8F69CD5A6BA6}" type="presOf" srcId="{E468BEF2-AE70-4EE2-B945-B6037E3686A3}" destId="{E63D0180-9C16-4458-8829-69E7F44226FC}" srcOrd="0" destOrd="0" presId="urn:microsoft.com/office/officeart/2018/2/layout/IconVerticalSolidList"/>
    <dgm:cxn modelId="{671142C0-DC0E-4858-979E-F7D740E81625}" type="presOf" srcId="{8B23CAD5-D1D6-4DD9-BD08-D2F8236CEC4A}" destId="{DD732EE6-2A96-4B6B-B871-5BE27EFEE6E9}" srcOrd="0" destOrd="0" presId="urn:microsoft.com/office/officeart/2018/2/layout/IconVerticalSolidList"/>
    <dgm:cxn modelId="{75DAC850-D28B-40E8-934F-8BA0667AD1AD}" type="presParOf" srcId="{3B0AAE1F-55BF-4B98-B900-30B9D10E7706}" destId="{C35A4761-5C27-4289-9BBC-FF6D8FB4FD0C}" srcOrd="0" destOrd="0" presId="urn:microsoft.com/office/officeart/2018/2/layout/IconVerticalSolidList"/>
    <dgm:cxn modelId="{C78D473E-FFCD-43D4-A49F-94811160E669}" type="presParOf" srcId="{C35A4761-5C27-4289-9BBC-FF6D8FB4FD0C}" destId="{38B3F805-CBA0-4130-A6F4-D955F83431F7}" srcOrd="0" destOrd="0" presId="urn:microsoft.com/office/officeart/2018/2/layout/IconVerticalSolidList"/>
    <dgm:cxn modelId="{80CADD2E-C2C4-4C91-A299-37F25063B8CB}" type="presParOf" srcId="{C35A4761-5C27-4289-9BBC-FF6D8FB4FD0C}" destId="{8A21E450-0C0A-4858-8402-5353461CDA1E}" srcOrd="1" destOrd="0" presId="urn:microsoft.com/office/officeart/2018/2/layout/IconVerticalSolidList"/>
    <dgm:cxn modelId="{475E6AA2-34B0-420A-80B1-11A278B62C34}" type="presParOf" srcId="{C35A4761-5C27-4289-9BBC-FF6D8FB4FD0C}" destId="{848ED32B-0BB3-43A3-BA53-C4851F402EA8}" srcOrd="2" destOrd="0" presId="urn:microsoft.com/office/officeart/2018/2/layout/IconVerticalSolidList"/>
    <dgm:cxn modelId="{ED0545F4-8D0C-44E7-A5C2-6903401DEE74}" type="presParOf" srcId="{C35A4761-5C27-4289-9BBC-FF6D8FB4FD0C}" destId="{DD732EE6-2A96-4B6B-B871-5BE27EFEE6E9}" srcOrd="3" destOrd="0" presId="urn:microsoft.com/office/officeart/2018/2/layout/IconVerticalSolidList"/>
    <dgm:cxn modelId="{9CD30DF4-3FC3-4A64-B21B-E46418675B48}" type="presParOf" srcId="{3B0AAE1F-55BF-4B98-B900-30B9D10E7706}" destId="{6D1D28C3-2B51-4B4A-BF1C-194FE58DE5B3}" srcOrd="1" destOrd="0" presId="urn:microsoft.com/office/officeart/2018/2/layout/IconVerticalSolidList"/>
    <dgm:cxn modelId="{8F5233D5-5E4C-4823-BD03-AB5AF2612DD7}" type="presParOf" srcId="{3B0AAE1F-55BF-4B98-B900-30B9D10E7706}" destId="{3DB616FF-7E96-4D52-8050-9055D6994BC0}" srcOrd="2" destOrd="0" presId="urn:microsoft.com/office/officeart/2018/2/layout/IconVerticalSolidList"/>
    <dgm:cxn modelId="{A0335182-1B92-4A4F-966E-CF54476E8318}" type="presParOf" srcId="{3DB616FF-7E96-4D52-8050-9055D6994BC0}" destId="{7A4A02ED-294A-457C-8872-7E99E4B60217}" srcOrd="0" destOrd="0" presId="urn:microsoft.com/office/officeart/2018/2/layout/IconVerticalSolidList"/>
    <dgm:cxn modelId="{86BAAE96-7A60-475C-B558-16033ED8B850}" type="presParOf" srcId="{3DB616FF-7E96-4D52-8050-9055D6994BC0}" destId="{BA2136D9-5221-42F5-A278-4A2F1CCB4B7A}" srcOrd="1" destOrd="0" presId="urn:microsoft.com/office/officeart/2018/2/layout/IconVerticalSolidList"/>
    <dgm:cxn modelId="{4AC4C198-B7F0-436D-9B82-F80ED6005B0D}" type="presParOf" srcId="{3DB616FF-7E96-4D52-8050-9055D6994BC0}" destId="{529D0AC9-6BEF-43E5-91CA-2F71D7F77FA9}" srcOrd="2" destOrd="0" presId="urn:microsoft.com/office/officeart/2018/2/layout/IconVerticalSolidList"/>
    <dgm:cxn modelId="{F7F44622-EB8C-42F0-BEC8-9DFD45BF284C}" type="presParOf" srcId="{3DB616FF-7E96-4D52-8050-9055D6994BC0}" destId="{3D929710-DC9A-457E-B5D0-B54C40F12AE2}" srcOrd="3" destOrd="0" presId="urn:microsoft.com/office/officeart/2018/2/layout/IconVerticalSolidList"/>
    <dgm:cxn modelId="{17D514B1-FA16-444F-B4B2-996EBEF0FF36}" type="presParOf" srcId="{3B0AAE1F-55BF-4B98-B900-30B9D10E7706}" destId="{805B3934-F678-4E69-AEC0-A5F88408315D}" srcOrd="3" destOrd="0" presId="urn:microsoft.com/office/officeart/2018/2/layout/IconVerticalSolidList"/>
    <dgm:cxn modelId="{2285F225-511D-4DF7-99E7-4A335A3B1292}" type="presParOf" srcId="{3B0AAE1F-55BF-4B98-B900-30B9D10E7706}" destId="{64493062-86D8-43E1-AF68-BFEC20B3A970}" srcOrd="4" destOrd="0" presId="urn:microsoft.com/office/officeart/2018/2/layout/IconVerticalSolidList"/>
    <dgm:cxn modelId="{BEC689D1-6386-4229-B8F9-5DCF88F650B2}" type="presParOf" srcId="{64493062-86D8-43E1-AF68-BFEC20B3A970}" destId="{30A2A36B-7856-4D65-BC93-57D1DFD3F0E3}" srcOrd="0" destOrd="0" presId="urn:microsoft.com/office/officeart/2018/2/layout/IconVerticalSolidList"/>
    <dgm:cxn modelId="{7BCA07C1-F4F2-47D9-AD71-20B5B0B1F25F}" type="presParOf" srcId="{64493062-86D8-43E1-AF68-BFEC20B3A970}" destId="{AF921800-893D-4D8F-A260-9B406B0B072F}" srcOrd="1" destOrd="0" presId="urn:microsoft.com/office/officeart/2018/2/layout/IconVerticalSolidList"/>
    <dgm:cxn modelId="{195D05B4-6226-4416-B95B-651776254286}" type="presParOf" srcId="{64493062-86D8-43E1-AF68-BFEC20B3A970}" destId="{FCA5256A-2E9E-46DC-AB58-BE9E21775D26}" srcOrd="2" destOrd="0" presId="urn:microsoft.com/office/officeart/2018/2/layout/IconVerticalSolidList"/>
    <dgm:cxn modelId="{426EC7C8-D5D8-4BA9-9BEB-44C22C8D688D}" type="presParOf" srcId="{64493062-86D8-43E1-AF68-BFEC20B3A970}" destId="{E63D0180-9C16-4458-8829-69E7F44226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3534D-DF6C-4160-9E30-F928F7E9E523}">
      <dsp:nvSpPr>
        <dsp:cNvPr id="0" name=""/>
        <dsp:cNvSpPr/>
      </dsp:nvSpPr>
      <dsp:spPr>
        <a:xfrm>
          <a:off x="0" y="178610"/>
          <a:ext cx="5000124" cy="24979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International students face complex and fragmented admission processes.</a:t>
          </a:r>
        </a:p>
      </dsp:txBody>
      <dsp:txXfrm>
        <a:off x="121940" y="300550"/>
        <a:ext cx="4756244" cy="2254070"/>
      </dsp:txXfrm>
    </dsp:sp>
    <dsp:sp modelId="{E384CDB7-4DE0-4CB9-A367-1EC1248C35D8}">
      <dsp:nvSpPr>
        <dsp:cNvPr id="0" name=""/>
        <dsp:cNvSpPr/>
      </dsp:nvSpPr>
      <dsp:spPr>
        <a:xfrm>
          <a:off x="0" y="2777360"/>
          <a:ext cx="5000124" cy="249795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Our AI Agent solves this by providing a seamless, automated, and trustworthy system.</a:t>
          </a:r>
        </a:p>
      </dsp:txBody>
      <dsp:txXfrm>
        <a:off x="121940" y="2899300"/>
        <a:ext cx="4756244" cy="22540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BABA5-D6CE-459A-A5D2-A51F4B172363}">
      <dsp:nvSpPr>
        <dsp:cNvPr id="0" name=""/>
        <dsp:cNvSpPr/>
      </dsp:nvSpPr>
      <dsp:spPr>
        <a:xfrm>
          <a:off x="4458144" y="32156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Claude 3.5 Sonnet via Bedrock: Reasoning</a:t>
          </a:r>
        </a:p>
      </dsp:txBody>
      <dsp:txXfrm>
        <a:off x="4458144" y="32156"/>
        <a:ext cx="1076334" cy="1076334"/>
      </dsp:txXfrm>
    </dsp:sp>
    <dsp:sp modelId="{A55CFA05-3290-4094-B8CF-882C949FA3C4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21293789"/>
            <a:gd name="adj4" fmla="val 19765760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423CC9F-7ED0-4BEB-9878-00C2FBDB1ED6}">
      <dsp:nvSpPr>
        <dsp:cNvPr id="0" name=""/>
        <dsp:cNvSpPr/>
      </dsp:nvSpPr>
      <dsp:spPr>
        <a:xfrm>
          <a:off x="5108910" y="203500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LangChain: Orchestration</a:t>
          </a:r>
        </a:p>
      </dsp:txBody>
      <dsp:txXfrm>
        <a:off x="5108910" y="2035008"/>
        <a:ext cx="1076334" cy="1076334"/>
      </dsp:txXfrm>
    </dsp:sp>
    <dsp:sp modelId="{D9C682B2-D29E-43F1-BFAD-6490D75222AB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4015265"/>
            <a:gd name="adj4" fmla="val 2252912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6A752EE-5EED-4A3B-A6D9-72DFF6371FD9}">
      <dsp:nvSpPr>
        <dsp:cNvPr id="0" name=""/>
        <dsp:cNvSpPr/>
      </dsp:nvSpPr>
      <dsp:spPr>
        <a:xfrm>
          <a:off x="3405182" y="327283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AutoGen: Multi-agent collaboration</a:t>
          </a:r>
        </a:p>
      </dsp:txBody>
      <dsp:txXfrm>
        <a:off x="3405182" y="3272838"/>
        <a:ext cx="1076334" cy="1076334"/>
      </dsp:txXfrm>
    </dsp:sp>
    <dsp:sp modelId="{3A1C0FD1-C2BA-41D7-A7A5-56B27834825C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8211309"/>
            <a:gd name="adj4" fmla="val 6448956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16C3DC9-BFEC-471A-A24E-7B7C02138CC0}">
      <dsp:nvSpPr>
        <dsp:cNvPr id="0" name=""/>
        <dsp:cNvSpPr/>
      </dsp:nvSpPr>
      <dsp:spPr>
        <a:xfrm>
          <a:off x="1701455" y="203500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PostgreSQL + pgvector: Semantic matching</a:t>
          </a:r>
        </a:p>
      </dsp:txBody>
      <dsp:txXfrm>
        <a:off x="1701455" y="2035008"/>
        <a:ext cx="1076334" cy="1076334"/>
      </dsp:txXfrm>
    </dsp:sp>
    <dsp:sp modelId="{8DF3CABE-A2A8-4DC4-B0FD-945BD7ABF2E4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12298462"/>
            <a:gd name="adj4" fmla="val 10770432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F20CACB-1392-435A-AC12-7C3FA0CEDC81}">
      <dsp:nvSpPr>
        <dsp:cNvPr id="0" name=""/>
        <dsp:cNvSpPr/>
      </dsp:nvSpPr>
      <dsp:spPr>
        <a:xfrm>
          <a:off x="2352221" y="32156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AWS/Azure + Terraform: Deployment</a:t>
          </a:r>
        </a:p>
      </dsp:txBody>
      <dsp:txXfrm>
        <a:off x="2352221" y="32156"/>
        <a:ext cx="1076334" cy="1076334"/>
      </dsp:txXfrm>
    </dsp:sp>
    <dsp:sp modelId="{A751E260-985D-4214-A89A-870F29563AE6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16866252"/>
            <a:gd name="adj4" fmla="val 15197969"/>
            <a:gd name="adj5" fmla="val 606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2F93D-1DEC-4BE6-BF55-561FAF697938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83638-0329-4B74-B1E6-B092DA1912F6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PostgreSQL stores profiles &amp; applications</a:t>
          </a:r>
        </a:p>
      </dsp:txBody>
      <dsp:txXfrm>
        <a:off x="298991" y="1277365"/>
        <a:ext cx="2219346" cy="1377989"/>
      </dsp:txXfrm>
    </dsp:sp>
    <dsp:sp modelId="{705C7559-AE30-4EA6-9483-0BD73035C062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B9792-E760-4E11-9FFA-B576DEA29D2D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pgvector enables semantic matching</a:t>
          </a:r>
        </a:p>
      </dsp:txBody>
      <dsp:txXfrm>
        <a:off x="3116322" y="1277365"/>
        <a:ext cx="2219346" cy="1377989"/>
      </dsp:txXfrm>
    </dsp:sp>
    <dsp:sp modelId="{96442B00-B189-469E-88E7-1A582C06C1F1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04E8C-696F-4C02-A4A9-B1F010467278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Integration with uni-assist, APS, DAAD API for verification</a:t>
          </a:r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8084F-C4C2-4A89-ADAC-5F4E19D9558C}">
      <dsp:nvSpPr>
        <dsp:cNvPr id="0" name=""/>
        <dsp:cNvSpPr/>
      </dsp:nvSpPr>
      <dsp:spPr>
        <a:xfrm>
          <a:off x="518185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3BF95-0B5B-4E2D-BA99-98608C8BF8EF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77C9A-687F-41D2-8925-769FC79C622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Built using LangChain &amp; toolkits</a:t>
          </a:r>
        </a:p>
      </dsp:txBody>
      <dsp:txXfrm>
        <a:off x="46529" y="2703902"/>
        <a:ext cx="2418750" cy="720000"/>
      </dsp:txXfrm>
    </dsp:sp>
    <dsp:sp modelId="{78FCE55B-3CDD-4EF3-92AB-98B8E06E7F66}">
      <dsp:nvSpPr>
        <dsp:cNvPr id="0" name=""/>
        <dsp:cNvSpPr/>
      </dsp:nvSpPr>
      <dsp:spPr>
        <a:xfrm>
          <a:off x="3360216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A7D506-B14B-4BF8-8B9A-D09DBFC02155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D86F3-26A1-4092-82F0-E3E4A37EB9F2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AutoGen enables multi-agent conversations</a:t>
          </a:r>
        </a:p>
      </dsp:txBody>
      <dsp:txXfrm>
        <a:off x="2888560" y="2703902"/>
        <a:ext cx="2418750" cy="720000"/>
      </dsp:txXfrm>
    </dsp:sp>
    <dsp:sp modelId="{8F0CEDCE-364F-4158-A156-199ED8E9334A}">
      <dsp:nvSpPr>
        <dsp:cNvPr id="0" name=""/>
        <dsp:cNvSpPr/>
      </dsp:nvSpPr>
      <dsp:spPr>
        <a:xfrm>
          <a:off x="6202248" y="7689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705FF6-AC49-475D-8EA4-D19DA1697EFE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8A7E7-E41F-4663-BD13-896595AC5E3F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Example: Eligibility Agent checks GPA &amp; passes valid cases to Recommendation Agent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9BEEA-0370-463A-9F69-5A5EF5729E3C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5C4C8-7FC9-4409-BD3E-68272E7FBDC6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994D1-41C0-4D00-8EE3-567A2EA4ED8F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Google Sheets integration logs interactions</a:t>
          </a:r>
        </a:p>
      </dsp:txBody>
      <dsp:txXfrm>
        <a:off x="1939533" y="717"/>
        <a:ext cx="2786667" cy="1679249"/>
      </dsp:txXfrm>
    </dsp:sp>
    <dsp:sp modelId="{D459B72E-8540-470F-AD12-BDD3D9DD1819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0C4B82-60E3-4539-B8C2-DC1572552D49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B7AEB-8E22-4FB8-A879-17F0D42E11B3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Automated emails via Gmail for confirmations &amp; alerts</a:t>
          </a:r>
        </a:p>
      </dsp:txBody>
      <dsp:txXfrm>
        <a:off x="1939533" y="2099779"/>
        <a:ext cx="2786667" cy="1679249"/>
      </dsp:txXfrm>
    </dsp:sp>
    <dsp:sp modelId="{42DEE588-F71B-4FC6-97D8-9464FD6219E5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29318-4A4E-41B0-BD0C-F7272F14C880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22D46-8A86-4CF5-A207-45F9199C1605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Reduces manual tasks, enhances user experience</a:t>
          </a:r>
        </a:p>
      </dsp:txBody>
      <dsp:txXfrm>
        <a:off x="1939533" y="4198841"/>
        <a:ext cx="2786667" cy="16792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3F805-CBA0-4130-A6F4-D955F83431F7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1E450-0C0A-4858-8402-5353461CDA1E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32EE6-2A96-4B6B-B871-5BE27EFEE6E9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Unit &amp; integration testing using pytest</a:t>
          </a:r>
        </a:p>
      </dsp:txBody>
      <dsp:txXfrm>
        <a:off x="1844034" y="682"/>
        <a:ext cx="2839914" cy="1596566"/>
      </dsp:txXfrm>
    </dsp:sp>
    <dsp:sp modelId="{7A4A02ED-294A-457C-8872-7E99E4B60217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136D9-5221-42F5-A278-4A2F1CCB4B7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29710-DC9A-457E-B5D0-B54C40F12AE2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Load testing for 1000 concurrent users</a:t>
          </a:r>
        </a:p>
      </dsp:txBody>
      <dsp:txXfrm>
        <a:off x="1844034" y="1996390"/>
        <a:ext cx="2839914" cy="1596566"/>
      </dsp:txXfrm>
    </dsp:sp>
    <dsp:sp modelId="{30A2A36B-7856-4D65-BC93-57D1DFD3F0E3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21800-893D-4D8F-A260-9B406B0B072F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D0180-9C16-4458-8829-69E7F44226FC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AES-256 encryption &amp; GDPR compliance</a:t>
          </a:r>
        </a:p>
      </dsp:txBody>
      <dsp:txXfrm>
        <a:off x="1844034" y="3992098"/>
        <a:ext cx="2839914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2.png"/><Relationship Id="rId4" Type="http://schemas.openxmlformats.org/officeDocument/2006/relationships/image" Target="../media/image3.jpe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4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2.pn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Welcome &amp; Overview</a:t>
            </a:r>
          </a:p>
        </p:txBody>
      </p:sp>
      <p:pic>
        <p:nvPicPr>
          <p:cNvPr id="4" name="Picture 3" descr="A group of people with their hands up and balloons in the air&#10;&#10;AI-generated content may be incorrect.">
            <a:extLst>
              <a:ext uri="{FF2B5EF4-FFF2-40B4-BE49-F238E27FC236}">
                <a16:creationId xmlns:a16="http://schemas.microsoft.com/office/drawing/2014/main" id="{E5AD81BE-D76A-C591-70F6-FF9C6E5777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88" r="40879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Introducing the AI Agent for German University Admissions</a:t>
            </a:r>
          </a:p>
          <a:p>
            <a:r>
              <a:rPr lang="en-US" sz="1700"/>
              <a:t>Helping students with eligibility, program recommendations, cultural guidance, fraud detection, and visa support.</a:t>
            </a:r>
          </a:p>
        </p:txBody>
      </p:sp>
      <p:pic>
        <p:nvPicPr>
          <p:cNvPr id="5" name="AgenticFirst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11A25E66-70DB-B588-580B-351AEA4866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75230" y="5751"/>
            <a:ext cx="1391729" cy="1081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E858A0-7202-0612-5E7E-7D94B2C2F5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5048267"/>
              </p:ext>
            </p:extLst>
          </p:nvPr>
        </p:nvGraphicFramePr>
        <p:xfrm>
          <a:off x="3592525" y="707308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4" name="AgenticTwo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F6882395-1348-CEF3-D973-3C4B93A545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69985" y="278921"/>
            <a:ext cx="1708031" cy="851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Core System Components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• Master Coordinator: Routes queries</a:t>
            </a:r>
          </a:p>
          <a:p>
            <a:pPr>
              <a:lnSpc>
                <a:spcPct val="90000"/>
              </a:lnSpc>
            </a:pPr>
            <a:r>
              <a:rPr lang="en-US" sz="3000"/>
              <a:t>• Eligibility Agent: Checks GPA &amp; APS</a:t>
            </a:r>
          </a:p>
          <a:p>
            <a:pPr>
              <a:lnSpc>
                <a:spcPct val="90000"/>
              </a:lnSpc>
            </a:pPr>
            <a:r>
              <a:rPr lang="en-US" sz="3000"/>
              <a:t>• Recommendation Agent: Suggests programs</a:t>
            </a:r>
          </a:p>
          <a:p>
            <a:pPr>
              <a:lnSpc>
                <a:spcPct val="90000"/>
              </a:lnSpc>
            </a:pPr>
            <a:r>
              <a:rPr lang="en-US" sz="3000"/>
              <a:t>• Cultural Agent: Provides adaptation guidance</a:t>
            </a:r>
          </a:p>
          <a:p>
            <a:pPr>
              <a:lnSpc>
                <a:spcPct val="90000"/>
              </a:lnSpc>
            </a:pPr>
            <a:r>
              <a:rPr lang="en-US" sz="3000"/>
              <a:t>• Fraud Agent: Detects fake documents</a:t>
            </a:r>
          </a:p>
          <a:p>
            <a:pPr>
              <a:lnSpc>
                <a:spcPct val="90000"/>
              </a:lnSpc>
            </a:pPr>
            <a:r>
              <a:rPr lang="en-US" sz="3000"/>
              <a:t>• Visa Agent: Handles visa workflows</a:t>
            </a:r>
          </a:p>
        </p:txBody>
      </p:sp>
      <p:pic>
        <p:nvPicPr>
          <p:cNvPr id="4" name="AgenticThree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E68BC0F1-2097-098E-CD1D-3271CC1407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1834" y="350808"/>
            <a:ext cx="1377351" cy="10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DEF83A-E6ED-A3F3-B3FD-568B90437C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2" r="9085" b="-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Technology Stack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BAB9469-2769-2607-9D0F-FA82D4A895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56333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3" name="AgenticFour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A5DA7C55-4A06-671A-CB06-5AD321E6F0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456098" y="365185"/>
            <a:ext cx="1061050" cy="980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 Infrastructure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6FA275-BE65-7E2C-2A22-5928F9318C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70923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AgenticFive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570CAAC9-79E7-509A-2664-15623E51C5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3890513" y="5751"/>
            <a:ext cx="1377351" cy="7936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Agent Development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66D271-8BD8-1003-98F8-E07EF54A2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41745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AgenticSix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276E617D-A40D-9E8D-5D63-ABB2F608DB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70626" y="365185"/>
            <a:ext cx="1521125" cy="851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Workflow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• Real-time data via REST APIs</a:t>
            </a:r>
          </a:p>
          <a:p>
            <a:r>
              <a:rPr lang="en-US" sz="1700"/>
              <a:t>• Integration with Moodle, CampusNet, uni-assist</a:t>
            </a:r>
          </a:p>
          <a:p>
            <a:r>
              <a:rPr lang="en-US" sz="1700"/>
              <a:t>• Stripe for subscriptions (e.g., €899/month for fraud analytics &amp; forecasting)</a:t>
            </a: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F7C32614-F874-A667-8876-1152E0D1E3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07" r="49608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pic>
        <p:nvPicPr>
          <p:cNvPr id="4" name="agenticseven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CE351879-2DA4-F4B9-749B-3C7BD75867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6777" y="221411"/>
            <a:ext cx="1190446" cy="908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Memory &amp;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• Postgres Chat Memory remembers conversations</a:t>
            </a:r>
          </a:p>
          <a:p>
            <a:r>
              <a:rPr lang="en-US" sz="1700"/>
              <a:t>• Ensures long-term personalized support</a:t>
            </a:r>
          </a:p>
          <a:p>
            <a:r>
              <a:rPr lang="en-US" sz="1700"/>
              <a:t>• Stores history for continuity in guidance</a:t>
            </a:r>
          </a:p>
        </p:txBody>
      </p:sp>
      <p:pic>
        <p:nvPicPr>
          <p:cNvPr id="5" name="Picture 4" descr="Multi-colored paper-craft art">
            <a:extLst>
              <a:ext uri="{FF2B5EF4-FFF2-40B4-BE49-F238E27FC236}">
                <a16:creationId xmlns:a16="http://schemas.microsoft.com/office/drawing/2014/main" id="{DCC2B911-7BD1-D37C-DD79-9DF0E7519F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569" r="25946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pic>
        <p:nvPicPr>
          <p:cNvPr id="4" name="agenticeight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C1726F0F-7B15-A093-84CA-9F457497FF2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5751" y="221411"/>
            <a:ext cx="1377352" cy="908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Automation &amp; Communication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76260D-85D1-78B5-F697-0044A17D7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52070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6500"/>
              <a:t>Testing &amp; Security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DE88C6-87BA-17D4-8003-036578697C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66997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Deployment &amp; Monitoring</a:t>
            </a:r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r>
              <a:t>• Terraform + AWS ECS + Kubernetes</a:t>
            </a:r>
          </a:p>
          <a:p>
            <a:r>
              <a:t>• Grafana dashboards for performance</a:t>
            </a:r>
          </a:p>
          <a:p>
            <a:r>
              <a:t>• Continuous learning based on user feedback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KPIs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• Accuracy &gt; 95%</a:t>
            </a:r>
          </a:p>
          <a:p>
            <a:r>
              <a:rPr lang="en-US" sz="1700"/>
              <a:t>• Response Time &lt; 5s</a:t>
            </a:r>
          </a:p>
          <a:p>
            <a:r>
              <a:rPr lang="en-US" sz="1700"/>
              <a:t>• Revenue Goal: €1.66M/year</a:t>
            </a:r>
          </a:p>
          <a:p>
            <a:r>
              <a:rPr lang="en-US" sz="1700"/>
              <a:t>• Satisfaction &gt; 90%</a:t>
            </a:r>
          </a:p>
        </p:txBody>
      </p:sp>
      <p:pic>
        <p:nvPicPr>
          <p:cNvPr id="5" name="Picture 4" descr="A wall painted with an arrow and a dartboard">
            <a:extLst>
              <a:ext uri="{FF2B5EF4-FFF2-40B4-BE49-F238E27FC236}">
                <a16:creationId xmlns:a16="http://schemas.microsoft.com/office/drawing/2014/main" id="{E5F879AB-4CEE-1E5C-AA25-8ABA9BD9B4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19" r="8" b="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Welcome &amp; Overview</vt:lpstr>
      <vt:lpstr>Problem Statement</vt:lpstr>
      <vt:lpstr>Core System Components</vt:lpstr>
      <vt:lpstr>Technology Stack</vt:lpstr>
      <vt:lpstr>Data Infrastructure</vt:lpstr>
      <vt:lpstr>Agent Development</vt:lpstr>
      <vt:lpstr>Workflow Integration</vt:lpstr>
      <vt:lpstr>Memory &amp; Personalization</vt:lpstr>
      <vt:lpstr>Automation &amp; Communication</vt:lpstr>
      <vt:lpstr>Testing &amp; Security</vt:lpstr>
      <vt:lpstr>Deployment &amp; Monitoring</vt:lpstr>
      <vt:lpstr>KPIs &amp;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46</cp:revision>
  <dcterms:created xsi:type="dcterms:W3CDTF">2013-01-27T09:14:16Z</dcterms:created>
  <dcterms:modified xsi:type="dcterms:W3CDTF">2025-07-15T15:19:41Z</dcterms:modified>
  <cp:category/>
</cp:coreProperties>
</file>